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9wJTvD+wQ623f7nh0cro9b5gn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310B38-9D2F-4EA3-8B89-2ABFE866F88D}">
  <a:tblStyle styleId="{27310B38-9D2F-4EA3-8B89-2ABFE866F8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Black-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"Hello everyone, my name is Matthew Eleazar, and today I'll be presenting my final project on predicting heart disease using machine learning classification models.</a:t>
            </a:r>
            <a:endParaRPr/>
          </a:p>
          <a:p>
            <a:pPr indent="0" lvl="0" marL="0" rtl="0" algn="l">
              <a:lnSpc>
                <a:spcPct val="115000"/>
              </a:lnSpc>
              <a:spcBef>
                <a:spcPts val="1200"/>
              </a:spcBef>
              <a:spcAft>
                <a:spcPts val="0"/>
              </a:spcAft>
              <a:buClr>
                <a:schemeClr val="dk1"/>
              </a:buClr>
              <a:buSzPts val="1100"/>
              <a:buFont typeface="Arial"/>
              <a:buNone/>
            </a:pPr>
            <a:r>
              <a:rPr lang="en-US"/>
              <a:t>Over the next several minutes, I'll walk you through how I developed and compared four different predictive models to identify patients at risk for heart disease. This project demonstrates the practical application of the classification techniques we've learned throughout this course to a real-world healthcare problem that impacts millions of lives each year.</a:t>
            </a:r>
            <a:endParaRPr/>
          </a:p>
          <a:p>
            <a:pPr indent="0" lvl="0" marL="0" rtl="0" algn="l">
              <a:lnSpc>
                <a:spcPct val="115000"/>
              </a:lnSpc>
              <a:spcBef>
                <a:spcPts val="1200"/>
              </a:spcBef>
              <a:spcAft>
                <a:spcPts val="0"/>
              </a:spcAft>
              <a:buClr>
                <a:schemeClr val="dk1"/>
              </a:buClr>
              <a:buSzPts val="1100"/>
              <a:buFont typeface="Arial"/>
              <a:buNone/>
            </a:pPr>
            <a:r>
              <a:rPr lang="en-US"/>
              <a:t>Let's get started."</a:t>
            </a:r>
            <a:endParaRPr/>
          </a:p>
          <a:p>
            <a:pPr indent="0" lvl="0" marL="0" rtl="0" algn="l">
              <a:spcBef>
                <a:spcPts val="1200"/>
              </a:spcBef>
              <a:spcAft>
                <a:spcPts val="0"/>
              </a:spcAft>
              <a:buNone/>
            </a:pPr>
            <a:r>
              <a:t/>
            </a:r>
            <a:endParaRPr/>
          </a:p>
        </p:txBody>
      </p:sp>
      <p:sp>
        <p:nvSpPr>
          <p:cNvPr id="314" name="Google Shape;3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Clr>
                <a:schemeClr val="dk1"/>
              </a:buClr>
              <a:buSzPts val="1400"/>
              <a:buChar char="●"/>
            </a:pPr>
            <a:r>
              <a:rPr lang="en-US" sz="1100"/>
              <a:t>Let me begin by explaining why this problem matters and what I aimed to accomplish.</a:t>
            </a:r>
            <a:endParaRPr sz="1100"/>
          </a:p>
          <a:p>
            <a:pPr indent="-317500" lvl="0" marL="457200" rtl="0" algn="l">
              <a:lnSpc>
                <a:spcPct val="115000"/>
              </a:lnSpc>
              <a:spcBef>
                <a:spcPts val="0"/>
              </a:spcBef>
              <a:spcAft>
                <a:spcPts val="0"/>
              </a:spcAft>
              <a:buClr>
                <a:schemeClr val="dk1"/>
              </a:buClr>
              <a:buSzPts val="1400"/>
              <a:buChar char="●"/>
            </a:pPr>
            <a:r>
              <a:rPr b="1" lang="en-US" sz="1100"/>
              <a:t>The Business Problem</a:t>
            </a:r>
            <a:r>
              <a:rPr lang="en-US" sz="1100"/>
              <a:t> we're addressing is significant: Heart disease is the leading cause of death globally, claiming 17.9 million lives every single year. Early detection is absolutely critical, but it's often delayed, resulting in preventable deaths and escalating healthcare costs. Currently, traditional risk assessment relies heavily on physician judgment, which can vary in accuracy from doctor to doctor.</a:t>
            </a:r>
            <a:endParaRPr sz="1100"/>
          </a:p>
          <a:p>
            <a:pPr indent="-317500" lvl="0" marL="457200" rtl="0" algn="l">
              <a:lnSpc>
                <a:spcPct val="115000"/>
              </a:lnSpc>
              <a:spcBef>
                <a:spcPts val="0"/>
              </a:spcBef>
              <a:spcAft>
                <a:spcPts val="0"/>
              </a:spcAft>
              <a:buClr>
                <a:schemeClr val="dk1"/>
              </a:buClr>
              <a:buSzPts val="1400"/>
              <a:buChar char="●"/>
            </a:pPr>
            <a:r>
              <a:rPr b="1" lang="en-US" sz="1100"/>
              <a:t>Background on the data:</a:t>
            </a:r>
            <a:r>
              <a:rPr lang="en-US" sz="1100"/>
              <a:t> I used the Cleveland Heart Disease dataset, which contains clinical measurements from 297 patients. This includes demographics like age and sex, vital signs like blood pressure and heart rate, and various diagnostic test results. This rich dataset provides an excellent opportunity to build predictive models that can assist healthcare providers in identifying at-risk patients much earlier in the disease process.</a:t>
            </a:r>
            <a:endParaRPr sz="1100"/>
          </a:p>
          <a:p>
            <a:pPr indent="-317500" lvl="0" marL="457200" rtl="0" algn="l">
              <a:lnSpc>
                <a:spcPct val="115000"/>
              </a:lnSpc>
              <a:spcBef>
                <a:spcPts val="0"/>
              </a:spcBef>
              <a:spcAft>
                <a:spcPts val="0"/>
              </a:spcAft>
              <a:buClr>
                <a:schemeClr val="dk1"/>
              </a:buClr>
              <a:buSzPts val="1400"/>
              <a:buChar char="●"/>
            </a:pPr>
            <a:r>
              <a:rPr b="1" lang="en-US" sz="1100"/>
              <a:t>My project objectives were fourfold:</a:t>
            </a:r>
            <a:r>
              <a:rPr lang="en-US" sz="1100"/>
              <a:t> First, develop an accurate classification model to predict whether heart disease is present. Second, compare multiple machine learning techniques to identify which approach performs best. Third, provide actionable insights on the key risk factors that drive heart disease. And finally, deliver a reliable clinical decision-support tool that can improve patient outcomes and help hospitals optimize their resource allocation.</a:t>
            </a:r>
            <a:endParaRPr sz="1100"/>
          </a:p>
          <a:p>
            <a:pPr indent="-317500" lvl="0" marL="457200" rtl="0" algn="l">
              <a:lnSpc>
                <a:spcPct val="115000"/>
              </a:lnSpc>
              <a:spcBef>
                <a:spcPts val="0"/>
              </a:spcBef>
              <a:spcAft>
                <a:spcPts val="0"/>
              </a:spcAft>
              <a:buClr>
                <a:schemeClr val="dk1"/>
              </a:buClr>
              <a:buSzPts val="1400"/>
              <a:buChar char="●"/>
            </a:pPr>
            <a:r>
              <a:rPr lang="en-US" sz="1100"/>
              <a:t>With these objectives in mind, let's look at the data.</a:t>
            </a:r>
            <a:endParaRPr sz="1100"/>
          </a:p>
          <a:p>
            <a:pPr indent="-330200" lvl="0" marL="457200" rtl="0" algn="l">
              <a:lnSpc>
                <a:spcPct val="115000"/>
              </a:lnSpc>
              <a:spcBef>
                <a:spcPts val="0"/>
              </a:spcBef>
              <a:spcAft>
                <a:spcPts val="0"/>
              </a:spcAft>
              <a:buClr>
                <a:schemeClr val="dk1"/>
              </a:buClr>
              <a:buSzPts val="1600"/>
              <a:buChar char="●"/>
            </a:pPr>
            <a:r>
              <a:t/>
            </a:r>
            <a:endParaRPr sz="1600"/>
          </a:p>
        </p:txBody>
      </p:sp>
      <p:sp>
        <p:nvSpPr>
          <p:cNvPr id="320" name="Google Shape;3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3829ee620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"Now let me describe the dataset I worked with.</a:t>
            </a:r>
            <a:endParaRPr sz="1100"/>
          </a:p>
          <a:p>
            <a:pPr indent="0" lvl="0" marL="0" rtl="0" algn="l">
              <a:lnSpc>
                <a:spcPct val="115000"/>
              </a:lnSpc>
              <a:spcBef>
                <a:spcPts val="1200"/>
              </a:spcBef>
              <a:spcAft>
                <a:spcPts val="0"/>
              </a:spcAft>
              <a:buClr>
                <a:schemeClr val="dk1"/>
              </a:buClr>
              <a:buSzPts val="1100"/>
              <a:buFont typeface="Arial"/>
              <a:buNone/>
            </a:pPr>
            <a:r>
              <a:rPr b="1" lang="en-US" sz="1100"/>
              <a:t>Starting with the dataset characteristics:</a:t>
            </a:r>
            <a:r>
              <a:rPr lang="en-US" sz="1100"/>
              <a:t> I had a total of 297 patient records. I split this into a training set of 207 patients—that's 70% of the data—and a testing set of 90 patients, which is the remaining 30%. This split allows me to train the models on one group and then evaluate their performance on completely unseen patients, giving us an unbiased assessment of how well they'll work in the real world.</a:t>
            </a:r>
            <a:endParaRPr sz="1100"/>
          </a:p>
          <a:p>
            <a:pPr indent="0" lvl="0" marL="0" rtl="0" algn="l">
              <a:lnSpc>
                <a:spcPct val="115000"/>
              </a:lnSpc>
              <a:spcBef>
                <a:spcPts val="1200"/>
              </a:spcBef>
              <a:spcAft>
                <a:spcPts val="0"/>
              </a:spcAft>
              <a:buClr>
                <a:schemeClr val="dk1"/>
              </a:buClr>
              <a:buSzPts val="1100"/>
              <a:buFont typeface="Arial"/>
              <a:buNone/>
            </a:pPr>
            <a:r>
              <a:rPr b="1" lang="en-US" sz="1100"/>
              <a:t>The target variable</a:t>
            </a:r>
            <a:r>
              <a:rPr lang="en-US" sz="1100"/>
              <a:t> is called 'condition,' and it's binary: zero means no disease, and one means disease is present. Looking at the class distribution, 46% of patients don't have disease, while 54% do have it. This is relatively balanced, which is great because it means we don't have to worry about class imbalance issues that could bias our models.</a:t>
            </a:r>
            <a:endParaRPr sz="1100"/>
          </a:p>
          <a:p>
            <a:pPr indent="0" lvl="0" marL="0" rtl="0" algn="l">
              <a:lnSpc>
                <a:spcPct val="115000"/>
              </a:lnSpc>
              <a:spcBef>
                <a:spcPts val="1200"/>
              </a:spcBef>
              <a:spcAft>
                <a:spcPts val="0"/>
              </a:spcAft>
              <a:buClr>
                <a:schemeClr val="dk1"/>
              </a:buClr>
              <a:buSzPts val="1100"/>
              <a:buFont typeface="Arial"/>
              <a:buNone/>
            </a:pPr>
            <a:r>
              <a:rPr b="1" lang="en-US" sz="1100"/>
              <a:t>The dataset includes 13 predictor variables</a:t>
            </a:r>
            <a:r>
              <a:rPr lang="en-US" sz="1100"/>
              <a:t> that fall into several categories: We have demographic information like age and sex. We have clinical measurements including resting blood pressure, cholesterol levels, and maximum heart rate achieved during exercise. We have results from diagnostic tests like chest pain type, fasting blood sugar, resting ECG results, and whether the patient experiences exercise-induced angina. And finally, we have some advanced cardiac metrics: ST depression measured by the oldpeak value, the slope of the ST segment, the number of major vessels colored by fluoroscopy—that's the 'ca' variable—and thalassemia type.</a:t>
            </a:r>
            <a:endParaRPr sz="1100"/>
          </a:p>
          <a:p>
            <a:pPr indent="0" lvl="0" marL="0" rtl="0" algn="l">
              <a:lnSpc>
                <a:spcPct val="115000"/>
              </a:lnSpc>
              <a:spcBef>
                <a:spcPts val="1200"/>
              </a:spcBef>
              <a:spcAft>
                <a:spcPts val="0"/>
              </a:spcAft>
              <a:buClr>
                <a:schemeClr val="dk1"/>
              </a:buClr>
              <a:buSzPts val="1100"/>
              <a:buFont typeface="Arial"/>
              <a:buNone/>
            </a:pPr>
            <a:r>
              <a:rPr lang="en-US" sz="1100"/>
              <a:t>These 13 features give us a comprehensive clinical profile of each patient. Now let's see what patterns emerged when I explored this data."</a:t>
            </a:r>
            <a:endParaRPr sz="1100"/>
          </a:p>
          <a:p>
            <a:pPr indent="0" lvl="0" marL="0" rtl="0" algn="l">
              <a:spcBef>
                <a:spcPts val="1200"/>
              </a:spcBef>
              <a:spcAft>
                <a:spcPts val="0"/>
              </a:spcAft>
              <a:buNone/>
            </a:pPr>
            <a:r>
              <a:t/>
            </a:r>
            <a:endParaRPr/>
          </a:p>
        </p:txBody>
      </p:sp>
      <p:sp>
        <p:nvSpPr>
          <p:cNvPr id="330" name="Google Shape;330;g3a3829ee62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3829ee620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"Before building any models, I conducted thorough exploratory data analysis and preprocessing.</a:t>
            </a:r>
            <a:endParaRPr sz="1100"/>
          </a:p>
          <a:p>
            <a:pPr indent="0" lvl="0" marL="0" rtl="0" algn="l">
              <a:lnSpc>
                <a:spcPct val="115000"/>
              </a:lnSpc>
              <a:spcBef>
                <a:spcPts val="1200"/>
              </a:spcBef>
              <a:spcAft>
                <a:spcPts val="0"/>
              </a:spcAft>
              <a:buClr>
                <a:schemeClr val="dk1"/>
              </a:buClr>
              <a:buSzPts val="1100"/>
              <a:buFont typeface="Arial"/>
              <a:buNone/>
            </a:pPr>
            <a:r>
              <a:rPr b="1" lang="en-US" sz="1100"/>
              <a:t>Starting with data quality:</a:t>
            </a:r>
            <a:r>
              <a:rPr lang="en-US" sz="1100"/>
              <a:t> The good news is this was a complete dataset with no missing values across all 297 patient records. All 13 clinical features were retained for modeling after I validated their clinical relevance. I applied StandardScaler normalization to the continuous variables—things like age, blood pressure, cholesterol, heart rate, and ST depression—because these features operate on very different scales, and normalization is especially important for distance-based algorithms like K-Nearest Neighbors.</a:t>
            </a:r>
            <a:endParaRPr sz="1100"/>
          </a:p>
          <a:p>
            <a:pPr indent="0" lvl="0" marL="0" rtl="0" algn="l">
              <a:lnSpc>
                <a:spcPct val="115000"/>
              </a:lnSpc>
              <a:spcBef>
                <a:spcPts val="1200"/>
              </a:spcBef>
              <a:spcAft>
                <a:spcPts val="0"/>
              </a:spcAft>
              <a:buClr>
                <a:schemeClr val="dk1"/>
              </a:buClr>
              <a:buSzPts val="1100"/>
              <a:buFont typeface="Arial"/>
              <a:buNone/>
            </a:pPr>
            <a:r>
              <a:rPr b="1" lang="en-US" sz="1100"/>
              <a:t>Looking at the target variable distribution:</a:t>
            </a:r>
            <a:r>
              <a:rPr lang="en-US" sz="1100"/>
              <a:t> Class zero, which represents no disease, had 160 patients or 54%. Class one, disease present, had 137 patients or 46%. This well-balanced dataset minimizes any class imbalance issues that could bias model predictions toward the majority class.</a:t>
            </a:r>
            <a:endParaRPr sz="1100"/>
          </a:p>
          <a:p>
            <a:pPr indent="0" lvl="0" marL="0" rtl="0" algn="l">
              <a:lnSpc>
                <a:spcPct val="115000"/>
              </a:lnSpc>
              <a:spcBef>
                <a:spcPts val="1200"/>
              </a:spcBef>
              <a:spcAft>
                <a:spcPts val="0"/>
              </a:spcAft>
              <a:buClr>
                <a:schemeClr val="dk1"/>
              </a:buClr>
              <a:buSzPts val="1100"/>
              <a:buFont typeface="Arial"/>
              <a:buNone/>
            </a:pPr>
            <a:r>
              <a:rPr b="1" lang="en-US" sz="1100"/>
              <a:t>My data preprocessing steps included:</a:t>
            </a:r>
            <a:r>
              <a:rPr lang="en-US" sz="1100"/>
              <a:t> A 70-30 train-test split with a fixed random state of 42 for reproducibility—meaning anyone could run my code and get the exact same results. Feature scaling was applied to ensure distance-based algorithms perform optimally. And all 13 features were retained based on both their clinical relevance and the correlation analysis I performed.</a:t>
            </a:r>
            <a:endParaRPr sz="1100"/>
          </a:p>
          <a:p>
            <a:pPr indent="0" lvl="0" marL="0" rtl="0" algn="l">
              <a:lnSpc>
                <a:spcPct val="115000"/>
              </a:lnSpc>
              <a:spcBef>
                <a:spcPts val="1200"/>
              </a:spcBef>
              <a:spcAft>
                <a:spcPts val="0"/>
              </a:spcAft>
              <a:buClr>
                <a:schemeClr val="dk1"/>
              </a:buClr>
              <a:buSzPts val="1100"/>
              <a:buFont typeface="Arial"/>
              <a:buNone/>
            </a:pPr>
            <a:r>
              <a:rPr lang="en-US" sz="1100"/>
              <a:t>I have detailed exploratory analysis in the appendix, including correlation heatmaps and boxplots comparing diseased versus healthy patients, which I encourage you to review. But the key takeaway from my EDA is that features like thalassemia type, number of major vessels, maximum heart rate, and chest pain type showed the strongest correlations with heart disease presence.</a:t>
            </a:r>
            <a:endParaRPr sz="1100"/>
          </a:p>
          <a:p>
            <a:pPr indent="0" lvl="0" marL="0" rtl="0" algn="l">
              <a:lnSpc>
                <a:spcPct val="115000"/>
              </a:lnSpc>
              <a:spcBef>
                <a:spcPts val="1200"/>
              </a:spcBef>
              <a:spcAft>
                <a:spcPts val="0"/>
              </a:spcAft>
              <a:buClr>
                <a:schemeClr val="dk1"/>
              </a:buClr>
              <a:buSzPts val="1100"/>
              <a:buFont typeface="Arial"/>
              <a:buNone/>
            </a:pPr>
            <a:r>
              <a:rPr lang="en-US" sz="1100"/>
              <a:t>Now that we understand the data, let's talk about the modeling approaches I used."</a:t>
            </a:r>
            <a:endParaRPr sz="1100"/>
          </a:p>
          <a:p>
            <a:pPr indent="0" lvl="0" marL="0" rtl="0" algn="l">
              <a:spcBef>
                <a:spcPts val="1200"/>
              </a:spcBef>
              <a:spcAft>
                <a:spcPts val="0"/>
              </a:spcAft>
              <a:buNone/>
            </a:pPr>
            <a:r>
              <a:t/>
            </a:r>
            <a:endParaRPr/>
          </a:p>
        </p:txBody>
      </p:sp>
      <p:sp>
        <p:nvSpPr>
          <p:cNvPr id="340" name="Google Shape;340;g3a3829ee62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3829ee620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"I tested four different machine learning classification techniques to find the most accurate method for predicting heart disease. Let me walk through each one.</a:t>
            </a:r>
            <a:endParaRPr sz="1100"/>
          </a:p>
          <a:p>
            <a:pPr indent="0" lvl="0" marL="0" rtl="0" algn="l">
              <a:lnSpc>
                <a:spcPct val="115000"/>
              </a:lnSpc>
              <a:spcBef>
                <a:spcPts val="1200"/>
              </a:spcBef>
              <a:spcAft>
                <a:spcPts val="0"/>
              </a:spcAft>
              <a:buClr>
                <a:schemeClr val="dk1"/>
              </a:buClr>
              <a:buSzPts val="1100"/>
              <a:buFont typeface="Arial"/>
              <a:buNone/>
            </a:pPr>
            <a:r>
              <a:rPr b="1" lang="en-US" sz="1100"/>
              <a:t>Model 1 is Logistic Regression.</a:t>
            </a:r>
            <a:r>
              <a:rPr lang="en-US" sz="1100"/>
              <a:t> What it does is calculate the probability that a patient has heart disease based on their clinical measurements. The key strength of logistic regression is that it's extremely easy to interpret—it shows exactly how much each factor, like age or cholesterol, increases or decreases disease risk. We can even calculate odds ratios, which I'll show you in a moment. The trade-off is that it works best when relationships between variables are relatively straightforward, and it may miss more complex, non-linear patterns in the data.</a:t>
            </a:r>
            <a:endParaRPr sz="1100"/>
          </a:p>
          <a:p>
            <a:pPr indent="0" lvl="0" marL="0" rtl="0" algn="l">
              <a:lnSpc>
                <a:spcPct val="115000"/>
              </a:lnSpc>
              <a:spcBef>
                <a:spcPts val="1200"/>
              </a:spcBef>
              <a:spcAft>
                <a:spcPts val="0"/>
              </a:spcAft>
              <a:buClr>
                <a:schemeClr val="dk1"/>
              </a:buClr>
              <a:buSzPts val="1100"/>
              <a:buFont typeface="Arial"/>
              <a:buNone/>
            </a:pPr>
            <a:r>
              <a:rPr b="1" lang="en-US" sz="1100"/>
              <a:t>Model 2 is K-Nearest Neighbors, or K-NN.</a:t>
            </a:r>
            <a:r>
              <a:rPr lang="en-US" sz="1100"/>
              <a:t> This algorithm classifies each patient by looking at the 13 most similar patients in the training data—that's where the K equals 13 comes from. The key strength here is that it naturally captures complex patterns without making any assumptions about the underlying data distribution. The trade-off is that it requires careful tuning to find the right number of neighbors. I tested values from 1 to 29 and found that K equals 13 gave the best performance, which I'll show in the appendix.</a:t>
            </a:r>
            <a:endParaRPr sz="1100"/>
          </a:p>
          <a:p>
            <a:pPr indent="0" lvl="0" marL="0" rtl="0" algn="l">
              <a:lnSpc>
                <a:spcPct val="115000"/>
              </a:lnSpc>
              <a:spcBef>
                <a:spcPts val="1200"/>
              </a:spcBef>
              <a:spcAft>
                <a:spcPts val="0"/>
              </a:spcAft>
              <a:buClr>
                <a:schemeClr val="dk1"/>
              </a:buClr>
              <a:buSzPts val="1100"/>
              <a:buFont typeface="Arial"/>
              <a:buNone/>
            </a:pPr>
            <a:r>
              <a:rPr b="1" lang="en-US" sz="1100"/>
              <a:t>Model 3 is Random Forest.</a:t>
            </a:r>
            <a:r>
              <a:rPr lang="en-US" sz="1100"/>
              <a:t> This approach creates 200 decision trees that each 'vote' on whether a patient has disease, and the majority wins. The key strength of random forest is that it's highly accurate and handles complex, non-linear relationships very well. It's also resistant to overfitting because of the ensemble approach. The trade-off is that it functions somewhat as a 'black box'—it's harder to explain to a doctor exactly why a specific prediction was made, though we can still extract feature importance rankings.</a:t>
            </a:r>
            <a:endParaRPr sz="1100"/>
          </a:p>
          <a:p>
            <a:pPr indent="0" lvl="0" marL="0" rtl="0" algn="l">
              <a:lnSpc>
                <a:spcPct val="115000"/>
              </a:lnSpc>
              <a:spcBef>
                <a:spcPts val="1200"/>
              </a:spcBef>
              <a:spcAft>
                <a:spcPts val="0"/>
              </a:spcAft>
              <a:buClr>
                <a:schemeClr val="dk1"/>
              </a:buClr>
              <a:buSzPts val="1100"/>
              <a:buFont typeface="Arial"/>
              <a:buNone/>
            </a:pPr>
            <a:r>
              <a:rPr b="1" lang="en-US" sz="1100"/>
              <a:t>Model 4 is XGBoost, which stands for Extreme Gradient Boosting.</a:t>
            </a:r>
            <a:r>
              <a:rPr lang="en-US" sz="1100"/>
              <a:t> This technique builds decision trees sequentially, with each new tree learning from the previous tree's mistakes. The key strength is that it's a state-of-the-art algorithm that wins many machine learning competitions and includes built-in safeguards against overfitting. The trade-off is that it requires more fine-tuning and can be sensitive to parameter choices.</a:t>
            </a:r>
            <a:endParaRPr sz="1100"/>
          </a:p>
          <a:p>
            <a:pPr indent="0" lvl="0" marL="0" rtl="0" algn="l">
              <a:lnSpc>
                <a:spcPct val="115000"/>
              </a:lnSpc>
              <a:spcBef>
                <a:spcPts val="1200"/>
              </a:spcBef>
              <a:spcAft>
                <a:spcPts val="0"/>
              </a:spcAft>
              <a:buClr>
                <a:schemeClr val="dk1"/>
              </a:buClr>
              <a:buSzPts val="1100"/>
              <a:buFont typeface="Arial"/>
              <a:buNone/>
            </a:pPr>
            <a:r>
              <a:rPr lang="en-US" sz="1100"/>
              <a:t>All four models were trained on the 207 training patients and then tested on the 90 unseen patients. I compared them using multiple metrics: accuracy, precision, recall, F1-score, and AUC, which measures the area under the ROC curve. This comprehensive evaluation allows us to identify not just which model performs best overall, but also which excels in specific areas that matter for clinical decision-making.</a:t>
            </a:r>
            <a:endParaRPr sz="1100"/>
          </a:p>
          <a:p>
            <a:pPr indent="0" lvl="0" marL="0" rtl="0" algn="l">
              <a:lnSpc>
                <a:spcPct val="115000"/>
              </a:lnSpc>
              <a:spcBef>
                <a:spcPts val="1200"/>
              </a:spcBef>
              <a:spcAft>
                <a:spcPts val="0"/>
              </a:spcAft>
              <a:buClr>
                <a:schemeClr val="dk1"/>
              </a:buClr>
              <a:buSzPts val="1100"/>
              <a:buFont typeface="Arial"/>
              <a:buNone/>
            </a:pPr>
            <a:r>
              <a:rPr lang="en-US" sz="1100"/>
              <a:t>Now let's look at the results."</a:t>
            </a:r>
            <a:endParaRPr sz="1100"/>
          </a:p>
          <a:p>
            <a:pPr indent="0" lvl="0" marL="0" rtl="0" algn="l">
              <a:spcBef>
                <a:spcPts val="1200"/>
              </a:spcBef>
              <a:spcAft>
                <a:spcPts val="0"/>
              </a:spcAft>
              <a:buNone/>
            </a:pPr>
            <a:r>
              <a:t/>
            </a:r>
            <a:endParaRPr b="1" sz="1100"/>
          </a:p>
        </p:txBody>
      </p:sp>
      <p:sp>
        <p:nvSpPr>
          <p:cNvPr id="350" name="Google Shape;350;g3a3829ee620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3829ee620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"Here's where we see how each model performed, and the results are quite revealing.</a:t>
            </a:r>
            <a:endParaRPr sz="1100"/>
          </a:p>
          <a:p>
            <a:pPr indent="0" lvl="0" marL="0" rtl="0" algn="l">
              <a:lnSpc>
                <a:spcPct val="115000"/>
              </a:lnSpc>
              <a:spcBef>
                <a:spcPts val="1200"/>
              </a:spcBef>
              <a:spcAft>
                <a:spcPts val="0"/>
              </a:spcAft>
              <a:buClr>
                <a:schemeClr val="dk1"/>
              </a:buClr>
              <a:buSzPts val="1100"/>
              <a:buFont typeface="Arial"/>
              <a:buNone/>
            </a:pPr>
            <a:r>
              <a:rPr lang="en-US" sz="1100"/>
              <a:t>Looking at this performance summary table, </a:t>
            </a:r>
            <a:r>
              <a:rPr b="1" lang="en-US" sz="1100"/>
              <a:t>K-Nearest Neighbors achieved the highest accuracy at 84.4%</a:t>
            </a:r>
            <a:r>
              <a:rPr lang="en-US" sz="1100"/>
              <a:t>, correctly classifying 76 out of 90 patients in the test set. Random Forest came in a very close second at 83.3%, just 1.1 percentage points behind. XGBoost achieved 80% accuracy, and Logistic Regression came in at 78.9%.</a:t>
            </a:r>
            <a:endParaRPr sz="1100"/>
          </a:p>
          <a:p>
            <a:pPr indent="0" lvl="0" marL="0" rtl="0" algn="l">
              <a:lnSpc>
                <a:spcPct val="115000"/>
              </a:lnSpc>
              <a:spcBef>
                <a:spcPts val="1200"/>
              </a:spcBef>
              <a:spcAft>
                <a:spcPts val="0"/>
              </a:spcAft>
              <a:buClr>
                <a:schemeClr val="dk1"/>
              </a:buClr>
              <a:buSzPts val="1100"/>
              <a:buFont typeface="Arial"/>
              <a:buNone/>
            </a:pPr>
            <a:r>
              <a:rPr lang="en-US" sz="1100"/>
              <a:t>Now, accuracy alone doesn't tell the whole story, so let's look at precision and recall for each class. </a:t>
            </a:r>
            <a:r>
              <a:rPr b="1" lang="en-US" sz="1100"/>
              <a:t>For Class 0—that's patients without disease—K-NN achieved 85% precision and 85% recall.</a:t>
            </a:r>
            <a:r>
              <a:rPr lang="en-US" sz="1100"/>
              <a:t> This means when K-NN predicts someone doesn't have disease, it's correct 85% of the time, and it successfully identifies 85% of all healthy patients in the dataset.</a:t>
            </a:r>
            <a:endParaRPr sz="1100"/>
          </a:p>
          <a:p>
            <a:pPr indent="0" lvl="0" marL="0" rtl="0" algn="l">
              <a:lnSpc>
                <a:spcPct val="115000"/>
              </a:lnSpc>
              <a:spcBef>
                <a:spcPts val="1200"/>
              </a:spcBef>
              <a:spcAft>
                <a:spcPts val="0"/>
              </a:spcAft>
              <a:buClr>
                <a:schemeClr val="dk1"/>
              </a:buClr>
              <a:buSzPts val="1100"/>
              <a:buFont typeface="Arial"/>
              <a:buNone/>
            </a:pPr>
            <a:r>
              <a:rPr b="1" lang="en-US" sz="1100"/>
              <a:t>For Class 1—patients with disease present—K-NN achieved 83% precision and 83% recall.</a:t>
            </a:r>
            <a:r>
              <a:rPr lang="en-US" sz="1100"/>
              <a:t> When it predicts someone has disease, it's correct 83% of the time, and it successfully identifies 83% of all diseased patients. This balanced performance across both classes is exactly what we want—the model isn't biased toward one class or the other.</a:t>
            </a:r>
            <a:endParaRPr sz="1100"/>
          </a:p>
          <a:p>
            <a:pPr indent="0" lvl="0" marL="0" rtl="0" algn="l">
              <a:lnSpc>
                <a:spcPct val="115000"/>
              </a:lnSpc>
              <a:spcBef>
                <a:spcPts val="1200"/>
              </a:spcBef>
              <a:spcAft>
                <a:spcPts val="0"/>
              </a:spcAft>
              <a:buClr>
                <a:schemeClr val="dk1"/>
              </a:buClr>
              <a:buSzPts val="1100"/>
              <a:buFont typeface="Arial"/>
              <a:buNone/>
            </a:pPr>
            <a:r>
              <a:rPr b="1" lang="en-US" sz="1100"/>
              <a:t>Looking at the F1-Score</a:t>
            </a:r>
            <a:r>
              <a:rPr lang="en-US" sz="1100"/>
              <a:t>, which is the harmonic mean of precision and recall, K-NN scored 0.84, which is excellent. All models showed consistent performance across both classes, with no major imbalances that would concern us.</a:t>
            </a:r>
            <a:endParaRPr sz="1100"/>
          </a:p>
          <a:p>
            <a:pPr indent="0" lvl="0" marL="0" rtl="0" algn="l">
              <a:lnSpc>
                <a:spcPct val="115000"/>
              </a:lnSpc>
              <a:spcBef>
                <a:spcPts val="1200"/>
              </a:spcBef>
              <a:spcAft>
                <a:spcPts val="0"/>
              </a:spcAft>
              <a:buClr>
                <a:schemeClr val="dk1"/>
              </a:buClr>
              <a:buSzPts val="1100"/>
              <a:buFont typeface="Arial"/>
              <a:buNone/>
            </a:pPr>
            <a:r>
              <a:rPr b="1" lang="en-US" sz="1100"/>
              <a:t>The key observation here is that all models performed well above random guessing</a:t>
            </a:r>
            <a:r>
              <a:rPr lang="en-US" sz="1100"/>
              <a:t>, which would be 50% in a balanced dataset like this. This demonstrates that the clinical features we're using—things like chest pain type, number of vessels, and maximum heart rate—have real predictive power.</a:t>
            </a:r>
            <a:endParaRPr sz="1100"/>
          </a:p>
          <a:p>
            <a:pPr indent="0" lvl="0" marL="0" rtl="0" algn="l">
              <a:lnSpc>
                <a:spcPct val="115000"/>
              </a:lnSpc>
              <a:spcBef>
                <a:spcPts val="1200"/>
              </a:spcBef>
              <a:spcAft>
                <a:spcPts val="0"/>
              </a:spcAft>
              <a:buClr>
                <a:schemeClr val="dk1"/>
              </a:buClr>
              <a:buSzPts val="1100"/>
              <a:buFont typeface="Arial"/>
              <a:buNone/>
            </a:pPr>
            <a:r>
              <a:rPr lang="en-US" sz="1100"/>
              <a:t>From a clinical perspective, K-NN's 84.4% accuracy means it correctly identifies approximately 4 out of 5 patients, which provides substantial decision support for clinicians making risk assessments.</a:t>
            </a:r>
            <a:endParaRPr sz="1100"/>
          </a:p>
          <a:p>
            <a:pPr indent="0" lvl="0" marL="0" rtl="0" algn="l">
              <a:lnSpc>
                <a:spcPct val="115000"/>
              </a:lnSpc>
              <a:spcBef>
                <a:spcPts val="1200"/>
              </a:spcBef>
              <a:spcAft>
                <a:spcPts val="0"/>
              </a:spcAft>
              <a:buClr>
                <a:schemeClr val="dk1"/>
              </a:buClr>
              <a:buSzPts val="1100"/>
              <a:buFont typeface="Arial"/>
              <a:buNone/>
            </a:pPr>
            <a:r>
              <a:rPr lang="en-US" sz="1100"/>
              <a:t>But let's look at another important metric that tells us even more about discriminatory power."</a:t>
            </a:r>
            <a:endParaRPr sz="1100"/>
          </a:p>
          <a:p>
            <a:pPr indent="0" lvl="0" marL="0" rtl="0" algn="l">
              <a:spcBef>
                <a:spcPts val="1200"/>
              </a:spcBef>
              <a:spcAft>
                <a:spcPts val="0"/>
              </a:spcAft>
              <a:buNone/>
            </a:pPr>
            <a:r>
              <a:t/>
            </a:r>
            <a:endParaRPr b="1" sz="1100"/>
          </a:p>
        </p:txBody>
      </p:sp>
      <p:sp>
        <p:nvSpPr>
          <p:cNvPr id="361" name="Google Shape;361;g3a3829ee62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a3829ee620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"Now I want to show you the AUC scores, which measure each model's ability to discriminate between patients with and without heart disease.</a:t>
            </a:r>
            <a:endParaRPr sz="1100"/>
          </a:p>
          <a:p>
            <a:pPr indent="0" lvl="0" marL="0" rtl="0" algn="l">
              <a:lnSpc>
                <a:spcPct val="115000"/>
              </a:lnSpc>
              <a:spcBef>
                <a:spcPts val="1200"/>
              </a:spcBef>
              <a:spcAft>
                <a:spcPts val="0"/>
              </a:spcAft>
              <a:buClr>
                <a:schemeClr val="dk1"/>
              </a:buClr>
              <a:buSzPts val="1100"/>
              <a:buFont typeface="Arial"/>
              <a:buNone/>
            </a:pPr>
            <a:r>
              <a:rPr lang="en-US" sz="1100"/>
              <a:t>AUC stands for Area Under the ROC Curve, and it's an extremely important metric in medical prediction because it evaluates model performance across all possible classification thresholds, not just one cutoff point.</a:t>
            </a:r>
            <a:endParaRPr sz="1100"/>
          </a:p>
          <a:p>
            <a:pPr indent="0" lvl="0" marL="0" rtl="0" algn="l">
              <a:lnSpc>
                <a:spcPct val="115000"/>
              </a:lnSpc>
              <a:spcBef>
                <a:spcPts val="1200"/>
              </a:spcBef>
              <a:spcAft>
                <a:spcPts val="0"/>
              </a:spcAft>
              <a:buClr>
                <a:schemeClr val="dk1"/>
              </a:buClr>
              <a:buSzPts val="1100"/>
              <a:buFont typeface="Arial"/>
              <a:buNone/>
            </a:pPr>
            <a:r>
              <a:rPr b="1" lang="en-US" sz="1100"/>
              <a:t>Looking at the rankings: K-NN again takes first place with an AUC of 0.844</a:t>
            </a:r>
            <a:r>
              <a:rPr lang="en-US" sz="1100"/>
              <a:t>, which indicates excellent discrimination. Random Forest is second at 0.832, also excellent. Logistic Regression comes in at 0.790, which is acceptable discrimination, and XGBoost is at 0.799, also acceptable.</a:t>
            </a:r>
            <a:endParaRPr sz="1100"/>
          </a:p>
          <a:p>
            <a:pPr indent="0" lvl="0" marL="0" rtl="0" algn="l">
              <a:lnSpc>
                <a:spcPct val="115000"/>
              </a:lnSpc>
              <a:spcBef>
                <a:spcPts val="1200"/>
              </a:spcBef>
              <a:spcAft>
                <a:spcPts val="0"/>
              </a:spcAft>
              <a:buClr>
                <a:schemeClr val="dk1"/>
              </a:buClr>
              <a:buSzPts val="1100"/>
              <a:buFont typeface="Arial"/>
              <a:buNone/>
            </a:pPr>
            <a:r>
              <a:rPr b="1" lang="en-US" sz="1100"/>
              <a:t>So what does an AUC of 0.844 actually mean?</a:t>
            </a:r>
            <a:r>
              <a:rPr lang="en-US" sz="1100"/>
              <a:t> It means there's an 84.4% probability that if we randomly select one patient with heart disease and one patient without heart disease, the K-NN model will assign a higher disease probability to the patient who actually has the disease. That's a very strong discriminatory capability.</a:t>
            </a:r>
            <a:endParaRPr sz="1100"/>
          </a:p>
          <a:p>
            <a:pPr indent="0" lvl="0" marL="0" rtl="0" algn="l">
              <a:lnSpc>
                <a:spcPct val="115000"/>
              </a:lnSpc>
              <a:spcBef>
                <a:spcPts val="1200"/>
              </a:spcBef>
              <a:spcAft>
                <a:spcPts val="0"/>
              </a:spcAft>
              <a:buClr>
                <a:schemeClr val="dk1"/>
              </a:buClr>
              <a:buSzPts val="1100"/>
              <a:buFont typeface="Arial"/>
              <a:buNone/>
            </a:pPr>
            <a:r>
              <a:rPr lang="en-US" sz="1100"/>
              <a:t>To put this in perspective, an AUC of 0.5 would be no better than random guessing—like flipping a coin. An AUC of 1.0 would be perfect discrimination. Our best model at 0.844 is much closer to perfect than to random, which is excellent for a real-world medical dataset.</a:t>
            </a:r>
            <a:endParaRPr sz="1100"/>
          </a:p>
          <a:p>
            <a:pPr indent="0" lvl="0" marL="0" rtl="0" algn="l">
              <a:lnSpc>
                <a:spcPct val="115000"/>
              </a:lnSpc>
              <a:spcBef>
                <a:spcPts val="1200"/>
              </a:spcBef>
              <a:spcAft>
                <a:spcPts val="0"/>
              </a:spcAft>
              <a:buClr>
                <a:schemeClr val="dk1"/>
              </a:buClr>
              <a:buSzPts val="1100"/>
              <a:buFont typeface="Arial"/>
              <a:buNone/>
            </a:pPr>
            <a:r>
              <a:rPr b="1" lang="en-US" sz="1100"/>
              <a:t>All models exceed 0.79</a:t>
            </a:r>
            <a:r>
              <a:rPr lang="en-US" sz="1100"/>
              <a:t>, which indicates that the features we're using—the clinical measurements, diagnostic tests, and patient characteristics—are genuinely informative for predicting heart disease. This gives us confidence that these models could provide real clinical value.</a:t>
            </a:r>
            <a:endParaRPr sz="1100"/>
          </a:p>
          <a:p>
            <a:pPr indent="0" lvl="0" marL="0" rtl="0" algn="l">
              <a:lnSpc>
                <a:spcPct val="115000"/>
              </a:lnSpc>
              <a:spcBef>
                <a:spcPts val="1200"/>
              </a:spcBef>
              <a:spcAft>
                <a:spcPts val="0"/>
              </a:spcAft>
              <a:buClr>
                <a:schemeClr val="dk1"/>
              </a:buClr>
              <a:buSzPts val="1100"/>
              <a:buFont typeface="Arial"/>
              <a:buNone/>
            </a:pPr>
            <a:r>
              <a:rPr lang="en-US" sz="1100"/>
              <a:t>The ROC curves themselves, which I've included in Appendix C, plot the True Positive Rate versus the False Positive Rate across different threshold settings. K-NN's curve stays closest to the top-left corner, which is the ideal position and confirms its superior performance.</a:t>
            </a:r>
            <a:endParaRPr sz="1100"/>
          </a:p>
          <a:p>
            <a:pPr indent="0" lvl="0" marL="0" rtl="0" algn="l">
              <a:lnSpc>
                <a:spcPct val="115000"/>
              </a:lnSpc>
              <a:spcBef>
                <a:spcPts val="1200"/>
              </a:spcBef>
              <a:spcAft>
                <a:spcPts val="0"/>
              </a:spcAft>
              <a:buClr>
                <a:schemeClr val="dk1"/>
              </a:buClr>
              <a:buSzPts val="1100"/>
              <a:buFont typeface="Arial"/>
              <a:buNone/>
            </a:pPr>
            <a:r>
              <a:rPr lang="en-US" sz="1100"/>
              <a:t>Now, while K-NN gives us the best predictions, there's tremendous value in understanding WHY predictions are made. That's where Logistic Regression provides unique insights."</a:t>
            </a:r>
            <a:endParaRPr sz="1100"/>
          </a:p>
          <a:p>
            <a:pPr indent="0" lvl="0" marL="0" rtl="0" algn="l">
              <a:spcBef>
                <a:spcPts val="1200"/>
              </a:spcBef>
              <a:spcAft>
                <a:spcPts val="0"/>
              </a:spcAft>
              <a:buNone/>
            </a:pPr>
            <a:r>
              <a:t/>
            </a:r>
            <a:endParaRPr b="1" sz="1100"/>
          </a:p>
        </p:txBody>
      </p:sp>
      <p:sp>
        <p:nvSpPr>
          <p:cNvPr id="372" name="Google Shape;372;g3a3829ee620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3829ee620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"Even though K-NN achieved the highest accuracy, Logistic Regression offers something incredibly valuable—interpretability. This slide shows the odds ratios, which tell us exactly how much each clinical factor increases or decreases the risk of heart disease.</a:t>
            </a:r>
            <a:endParaRPr sz="1100"/>
          </a:p>
          <a:p>
            <a:pPr indent="0" lvl="0" marL="0" rtl="0" algn="l">
              <a:lnSpc>
                <a:spcPct val="115000"/>
              </a:lnSpc>
              <a:spcBef>
                <a:spcPts val="1200"/>
              </a:spcBef>
              <a:spcAft>
                <a:spcPts val="0"/>
              </a:spcAft>
              <a:buClr>
                <a:schemeClr val="dk1"/>
              </a:buClr>
              <a:buSzPts val="1100"/>
              <a:buFont typeface="Arial"/>
              <a:buNone/>
            </a:pPr>
            <a:r>
              <a:rPr lang="en-US" sz="1100"/>
              <a:t>Let me walk through the most important findings.</a:t>
            </a:r>
            <a:endParaRPr sz="1100"/>
          </a:p>
          <a:p>
            <a:pPr indent="0" lvl="0" marL="0" rtl="0" algn="l">
              <a:lnSpc>
                <a:spcPct val="115000"/>
              </a:lnSpc>
              <a:spcBef>
                <a:spcPts val="1200"/>
              </a:spcBef>
              <a:spcAft>
                <a:spcPts val="0"/>
              </a:spcAft>
              <a:buClr>
                <a:schemeClr val="dk1"/>
              </a:buClr>
              <a:buSzPts val="1100"/>
              <a:buFont typeface="Arial"/>
              <a:buNone/>
            </a:pPr>
            <a:r>
              <a:rPr b="1" lang="en-US" sz="1100"/>
              <a:t>The strongest predictor by far is 'ca,' the number of major vessels colored by fluoroscopy, with an odds ratio of 4.05.</a:t>
            </a:r>
            <a:r>
              <a:rPr lang="en-US" sz="1100"/>
              <a:t> What this means is that each additional vessel that's colored—which indicates blockage—increases a patient's odds of having heart disease by 305%. This is a massive effect and confirms what cardiologists already know: the more blocked vessels you have, the more serious your condition.</a:t>
            </a:r>
            <a:endParaRPr sz="1100"/>
          </a:p>
          <a:p>
            <a:pPr indent="0" lvl="0" marL="0" rtl="0" algn="l">
              <a:lnSpc>
                <a:spcPct val="115000"/>
              </a:lnSpc>
              <a:spcBef>
                <a:spcPts val="1200"/>
              </a:spcBef>
              <a:spcAft>
                <a:spcPts val="0"/>
              </a:spcAft>
              <a:buClr>
                <a:schemeClr val="dk1"/>
              </a:buClr>
              <a:buSzPts val="1100"/>
              <a:buFont typeface="Arial"/>
              <a:buNone/>
            </a:pPr>
            <a:r>
              <a:rPr b="1" lang="en-US" sz="1100"/>
              <a:t>Second is sex, with an odds ratio of 2.62.</a:t>
            </a:r>
            <a:r>
              <a:rPr lang="en-US" sz="1100"/>
              <a:t> This tells us that males have 162% higher odds of heart disease compared to females, holding all other factors constant. This aligns with extensive medical research showing that men are at higher risk for cardiovascular disease, particularly at younger ages.</a:t>
            </a:r>
            <a:endParaRPr sz="1100"/>
          </a:p>
          <a:p>
            <a:pPr indent="0" lvl="0" marL="0" rtl="0" algn="l">
              <a:lnSpc>
                <a:spcPct val="115000"/>
              </a:lnSpc>
              <a:spcBef>
                <a:spcPts val="1200"/>
              </a:spcBef>
              <a:spcAft>
                <a:spcPts val="0"/>
              </a:spcAft>
              <a:buClr>
                <a:schemeClr val="dk1"/>
              </a:buClr>
              <a:buSzPts val="1100"/>
              <a:buFont typeface="Arial"/>
              <a:buNone/>
            </a:pPr>
            <a:r>
              <a:rPr b="1" lang="en-US" sz="1100"/>
              <a:t>Third is thal, or thalassemia type, with an odds ratio of 2.26</a:t>
            </a:r>
            <a:r>
              <a:rPr lang="en-US" sz="1100"/>
              <a:t>, meaning a thalassemia abnormality increases odds by 126%. Thalassemia is a blood disorder that can affect oxygen delivery, and this result shows it's a significant risk factor for heart disease.</a:t>
            </a:r>
            <a:endParaRPr sz="1100"/>
          </a:p>
          <a:p>
            <a:pPr indent="0" lvl="0" marL="0" rtl="0" algn="l">
              <a:lnSpc>
                <a:spcPct val="115000"/>
              </a:lnSpc>
              <a:spcBef>
                <a:spcPts val="1200"/>
              </a:spcBef>
              <a:spcAft>
                <a:spcPts val="0"/>
              </a:spcAft>
              <a:buClr>
                <a:schemeClr val="dk1"/>
              </a:buClr>
              <a:buSzPts val="1100"/>
              <a:buFont typeface="Arial"/>
              <a:buNone/>
            </a:pPr>
            <a:r>
              <a:rPr b="1" lang="en-US" sz="1100"/>
              <a:t>Resting blood pressure, or trestbps, has an odds ratio of 1.86</a:t>
            </a:r>
            <a:r>
              <a:rPr lang="en-US" sz="1100"/>
              <a:t>, meaning higher blood pressure increases disease odds by 86%. This is a well-established risk factor that doctors routinely monitor.</a:t>
            </a:r>
            <a:endParaRPr sz="1100"/>
          </a:p>
          <a:p>
            <a:pPr indent="0" lvl="0" marL="0" rtl="0" algn="l">
              <a:lnSpc>
                <a:spcPct val="115000"/>
              </a:lnSpc>
              <a:spcBef>
                <a:spcPts val="1200"/>
              </a:spcBef>
              <a:spcAft>
                <a:spcPts val="0"/>
              </a:spcAft>
              <a:buClr>
                <a:schemeClr val="dk1"/>
              </a:buClr>
              <a:buSzPts val="1100"/>
              <a:buFont typeface="Arial"/>
              <a:buNone/>
            </a:pPr>
            <a:r>
              <a:rPr b="1" lang="en-US" sz="1100"/>
              <a:t>Oldpeak, which measures ST depression on an ECG, has an odds ratio of 1.70</a:t>
            </a:r>
            <a:r>
              <a:rPr lang="en-US" sz="1100"/>
              <a:t>, meaning greater ST depression increases odds by 70%. This is a critical diagnostic indicator that shows the heart muscle isn't getting enough oxygen during exercise.</a:t>
            </a:r>
            <a:endParaRPr sz="1100"/>
          </a:p>
          <a:p>
            <a:pPr indent="0" lvl="0" marL="0" rtl="0" algn="l">
              <a:lnSpc>
                <a:spcPct val="115000"/>
              </a:lnSpc>
              <a:spcBef>
                <a:spcPts val="1200"/>
              </a:spcBef>
              <a:spcAft>
                <a:spcPts val="0"/>
              </a:spcAft>
              <a:buClr>
                <a:schemeClr val="dk1"/>
              </a:buClr>
              <a:buSzPts val="1100"/>
              <a:buFont typeface="Arial"/>
              <a:buNone/>
            </a:pPr>
            <a:r>
              <a:rPr lang="en-US" sz="1100"/>
              <a:t>Now here's an interesting protective factor: </a:t>
            </a:r>
            <a:r>
              <a:rPr b="1" lang="en-US" sz="1100"/>
              <a:t>thalach, or maximum heart rate achieved, has an odds ratio of 0.48.</a:t>
            </a:r>
            <a:r>
              <a:rPr lang="en-US" sz="1100"/>
              <a:t> This means higher maximum heart rates actually reduce disease odds by 52%. In other words, patients who can achieve higher heart rates during exercise testing tend to be healthier. This makes physiological sense—if your heart can work harder, it's probably in better condition.</a:t>
            </a:r>
            <a:endParaRPr sz="1100"/>
          </a:p>
          <a:p>
            <a:pPr indent="0" lvl="0" marL="0" rtl="0" algn="l">
              <a:lnSpc>
                <a:spcPct val="115000"/>
              </a:lnSpc>
              <a:spcBef>
                <a:spcPts val="1200"/>
              </a:spcBef>
              <a:spcAft>
                <a:spcPts val="0"/>
              </a:spcAft>
              <a:buClr>
                <a:schemeClr val="dk1"/>
              </a:buClr>
              <a:buSzPts val="1100"/>
              <a:buFont typeface="Arial"/>
              <a:buNone/>
            </a:pPr>
            <a:r>
              <a:rPr b="1" lang="en-US" sz="1100"/>
              <a:t>These odds ratios are incredibly valuable for clinical decision-making</a:t>
            </a:r>
            <a:r>
              <a:rPr lang="en-US" sz="1100"/>
              <a:t> because they don't just tell us WHO is at risk, they tell us WHY and by HOW MUCH. A doctor can look at a patient's test results and understand that addressing high blood pressure or investigating those colored vessels should be top priorities.</a:t>
            </a:r>
            <a:endParaRPr sz="1100"/>
          </a:p>
          <a:p>
            <a:pPr indent="0" lvl="0" marL="0" rtl="0" algn="l">
              <a:lnSpc>
                <a:spcPct val="115000"/>
              </a:lnSpc>
              <a:spcBef>
                <a:spcPts val="1200"/>
              </a:spcBef>
              <a:spcAft>
                <a:spcPts val="0"/>
              </a:spcAft>
              <a:buClr>
                <a:schemeClr val="dk1"/>
              </a:buClr>
              <a:buSzPts val="1100"/>
              <a:buFont typeface="Arial"/>
              <a:buNone/>
            </a:pPr>
            <a:r>
              <a:rPr lang="en-US" sz="1100"/>
              <a:t>Now let's dig into where our models make mistakes and what that means clinically."</a:t>
            </a:r>
            <a:endParaRPr sz="1100"/>
          </a:p>
          <a:p>
            <a:pPr indent="0" lvl="0" marL="0" rtl="0" algn="l">
              <a:spcBef>
                <a:spcPts val="1200"/>
              </a:spcBef>
              <a:spcAft>
                <a:spcPts val="0"/>
              </a:spcAft>
              <a:buNone/>
            </a:pPr>
            <a:r>
              <a:t/>
            </a:r>
            <a:endParaRPr b="1" sz="1100"/>
          </a:p>
        </p:txBody>
      </p:sp>
      <p:sp>
        <p:nvSpPr>
          <p:cNvPr id="383" name="Google Shape;383;g3a3829ee620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3829ee620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"Understanding where models make errors is just as important as understanding where they succeed, especially in healthcare where different types of errors have very different consequences.</a:t>
            </a:r>
            <a:endParaRPr sz="1100"/>
          </a:p>
          <a:p>
            <a:pPr indent="0" lvl="0" marL="0" rtl="0" algn="l">
              <a:lnSpc>
                <a:spcPct val="115000"/>
              </a:lnSpc>
              <a:spcBef>
                <a:spcPts val="1200"/>
              </a:spcBef>
              <a:spcAft>
                <a:spcPts val="0"/>
              </a:spcAft>
              <a:buClr>
                <a:schemeClr val="dk1"/>
              </a:buClr>
              <a:buSzPts val="1100"/>
              <a:buFont typeface="Arial"/>
              <a:buNone/>
            </a:pPr>
            <a:r>
              <a:rPr lang="en-US" sz="1100"/>
              <a:t>This table shows the confusion matrix results for all four models. Let me explain what these numbers mean using K-NN as our example, since it's our best performer.</a:t>
            </a:r>
            <a:endParaRPr sz="1100"/>
          </a:p>
          <a:p>
            <a:pPr indent="0" lvl="0" marL="0" rtl="0" algn="l">
              <a:lnSpc>
                <a:spcPct val="115000"/>
              </a:lnSpc>
              <a:spcBef>
                <a:spcPts val="1200"/>
              </a:spcBef>
              <a:spcAft>
                <a:spcPts val="0"/>
              </a:spcAft>
              <a:buClr>
                <a:schemeClr val="dk1"/>
              </a:buClr>
              <a:buSzPts val="1100"/>
              <a:buFont typeface="Arial"/>
              <a:buNone/>
            </a:pPr>
            <a:r>
              <a:rPr b="1" lang="en-US" sz="1100"/>
              <a:t>K-NN correctly identified 41 patients as not having disease—these are True Negatives.</a:t>
            </a:r>
            <a:r>
              <a:rPr lang="en-US" sz="1100"/>
              <a:t> It also correctly identified 35 patients as having disease—these are True Positives. So far so good.</a:t>
            </a:r>
            <a:endParaRPr sz="1100"/>
          </a:p>
          <a:p>
            <a:pPr indent="0" lvl="0" marL="0" rtl="0" algn="l">
              <a:lnSpc>
                <a:spcPct val="115000"/>
              </a:lnSpc>
              <a:spcBef>
                <a:spcPts val="1200"/>
              </a:spcBef>
              <a:spcAft>
                <a:spcPts val="0"/>
              </a:spcAft>
              <a:buClr>
                <a:schemeClr val="dk1"/>
              </a:buClr>
              <a:buSzPts val="1100"/>
              <a:buFont typeface="Arial"/>
              <a:buNone/>
            </a:pPr>
            <a:r>
              <a:rPr b="1" lang="en-US" sz="1100"/>
              <a:t>But it made 7 False Positive errors</a:t>
            </a:r>
            <a:r>
              <a:rPr lang="en-US" sz="1100"/>
              <a:t>—that's 7 healthy patients it incorrectly flagged as having disease. In clinical terms, these patients would undergo additional testing, maybe a stress test or an angiogram, only to find out they're actually fine. This creates anxiety and cost, but it's not catastrophic.</a:t>
            </a:r>
            <a:endParaRPr sz="1100"/>
          </a:p>
          <a:p>
            <a:pPr indent="0" lvl="0" marL="0" rtl="0" algn="l">
              <a:lnSpc>
                <a:spcPct val="115000"/>
              </a:lnSpc>
              <a:spcBef>
                <a:spcPts val="1200"/>
              </a:spcBef>
              <a:spcAft>
                <a:spcPts val="0"/>
              </a:spcAft>
              <a:buClr>
                <a:schemeClr val="dk1"/>
              </a:buClr>
              <a:buSzPts val="1100"/>
              <a:buFont typeface="Arial"/>
              <a:buNone/>
            </a:pPr>
            <a:r>
              <a:rPr b="1" lang="en-US" sz="1100"/>
              <a:t>More concerning are the 7 False Negatives</a:t>
            </a:r>
            <a:r>
              <a:rPr lang="en-US" sz="1100"/>
              <a:t>—these are patients who actually have heart disease but the model predicted they were healthy. This represents 16.7% of the 42 diseased patients in our test set. These are the patients who might not receive the treatment they need because we missed their diagnosis.</a:t>
            </a:r>
            <a:endParaRPr sz="1100"/>
          </a:p>
          <a:p>
            <a:pPr indent="0" lvl="0" marL="0" rtl="0" algn="l">
              <a:lnSpc>
                <a:spcPct val="115000"/>
              </a:lnSpc>
              <a:spcBef>
                <a:spcPts val="1200"/>
              </a:spcBef>
              <a:spcAft>
                <a:spcPts val="0"/>
              </a:spcAft>
              <a:buClr>
                <a:schemeClr val="dk1"/>
              </a:buClr>
              <a:buSzPts val="1100"/>
              <a:buFont typeface="Arial"/>
              <a:buNone/>
            </a:pPr>
            <a:r>
              <a:rPr b="1" lang="en-US" sz="1100"/>
              <a:t>In healthcare, false negatives are typically more costly than false positives.</a:t>
            </a:r>
            <a:r>
              <a:rPr lang="en-US" sz="1100"/>
              <a:t> Missing a disease can lead to disease progression, heart attacks, or even death. On the other hand, a false positive just means some extra testing. So when evaluating these models, we pay special attention to minimizing false negatives.</a:t>
            </a:r>
            <a:endParaRPr sz="1100"/>
          </a:p>
          <a:p>
            <a:pPr indent="0" lvl="0" marL="0" rtl="0" algn="l">
              <a:lnSpc>
                <a:spcPct val="115000"/>
              </a:lnSpc>
              <a:spcBef>
                <a:spcPts val="1200"/>
              </a:spcBef>
              <a:spcAft>
                <a:spcPts val="0"/>
              </a:spcAft>
              <a:buClr>
                <a:schemeClr val="dk1"/>
              </a:buClr>
              <a:buSzPts val="1100"/>
              <a:buFont typeface="Arial"/>
              <a:buNone/>
            </a:pPr>
            <a:r>
              <a:rPr b="1" lang="en-US" sz="1100"/>
              <a:t>Comparing across models</a:t>
            </a:r>
            <a:r>
              <a:rPr lang="en-US" sz="1100"/>
              <a:t>, K-NN achieved the lowest number of false negatives at just 7, tied with Random Forest at 7 as well, though Random Forest had 8 false negatives actually—sorry, let me correct that—Random Forest had 8 false negatives. Logistic Regression had 8 false negatives, and XGBoost had the most at 9 false negatives.</a:t>
            </a:r>
            <a:endParaRPr sz="1100"/>
          </a:p>
          <a:p>
            <a:pPr indent="0" lvl="0" marL="0" rtl="0" algn="l">
              <a:lnSpc>
                <a:spcPct val="115000"/>
              </a:lnSpc>
              <a:spcBef>
                <a:spcPts val="1200"/>
              </a:spcBef>
              <a:spcAft>
                <a:spcPts val="0"/>
              </a:spcAft>
              <a:buClr>
                <a:schemeClr val="dk1"/>
              </a:buClr>
              <a:buSzPts val="1100"/>
              <a:buFont typeface="Arial"/>
              <a:buNone/>
            </a:pPr>
            <a:r>
              <a:rPr b="1" lang="en-US" sz="1100"/>
              <a:t>K-NN strikes the best balance</a:t>
            </a:r>
            <a:r>
              <a:rPr lang="en-US" sz="1100"/>
              <a:t>: it minimizes the dangerous false negatives while maintaining strong overall accuracy. This is exactly what we want in a clinical screening tool—catching as many diseased patients as possible while still maintaining good specificity for healthy patients.</a:t>
            </a:r>
            <a:endParaRPr sz="1100"/>
          </a:p>
          <a:p>
            <a:pPr indent="0" lvl="0" marL="0" rtl="0" algn="l">
              <a:lnSpc>
                <a:spcPct val="115000"/>
              </a:lnSpc>
              <a:spcBef>
                <a:spcPts val="1200"/>
              </a:spcBef>
              <a:spcAft>
                <a:spcPts val="0"/>
              </a:spcAft>
              <a:buClr>
                <a:schemeClr val="dk1"/>
              </a:buClr>
              <a:buSzPts val="1100"/>
              <a:buFont typeface="Arial"/>
              <a:buNone/>
            </a:pPr>
            <a:r>
              <a:rPr lang="en-US" sz="1100"/>
              <a:t>Now let me bring all of this together with my final recommendations."</a:t>
            </a:r>
            <a:endParaRPr sz="1100"/>
          </a:p>
          <a:p>
            <a:pPr indent="0" lvl="0" marL="0" rtl="0" algn="l">
              <a:spcBef>
                <a:spcPts val="1200"/>
              </a:spcBef>
              <a:spcAft>
                <a:spcPts val="0"/>
              </a:spcAft>
              <a:buNone/>
            </a:pPr>
            <a:r>
              <a:t/>
            </a:r>
            <a:endParaRPr/>
          </a:p>
        </p:txBody>
      </p:sp>
      <p:sp>
        <p:nvSpPr>
          <p:cNvPr id="393" name="Google Shape;393;g3a3829ee620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a3829ee620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t>"Based on this comprehensive analysis, I'm ready to make clear recommendations for implementing these models in a clinical setting.</a:t>
            </a:r>
            <a:endParaRPr sz="1100"/>
          </a:p>
          <a:p>
            <a:pPr indent="0" lvl="0" marL="0" rtl="0" algn="l">
              <a:lnSpc>
                <a:spcPct val="115000"/>
              </a:lnSpc>
              <a:spcBef>
                <a:spcPts val="1200"/>
              </a:spcBef>
              <a:spcAft>
                <a:spcPts val="0"/>
              </a:spcAft>
              <a:buClr>
                <a:schemeClr val="dk1"/>
              </a:buClr>
              <a:buSzPts val="1100"/>
              <a:buFont typeface="Arial"/>
              <a:buNone/>
            </a:pPr>
            <a:r>
              <a:rPr b="1" lang="en-US" sz="1100"/>
              <a:t>The winner is K-Nearest Neighbors with K equals 13 neighbors.</a:t>
            </a:r>
            <a:r>
              <a:rPr lang="en-US" sz="1100"/>
              <a:t> Based on evaluation across multiple metrics—accuracy, AUC, precision, recall, and confusion matrix analysis—K-NN emerges as the superior model for heart disease prediction.</a:t>
            </a:r>
            <a:endParaRPr sz="1100"/>
          </a:p>
          <a:p>
            <a:pPr indent="0" lvl="0" marL="0" rtl="0" algn="l">
              <a:lnSpc>
                <a:spcPct val="115000"/>
              </a:lnSpc>
              <a:spcBef>
                <a:spcPts val="1200"/>
              </a:spcBef>
              <a:spcAft>
                <a:spcPts val="0"/>
              </a:spcAft>
              <a:buClr>
                <a:schemeClr val="dk1"/>
              </a:buClr>
              <a:buSzPts val="1100"/>
              <a:buFont typeface="Arial"/>
              <a:buNone/>
            </a:pPr>
            <a:r>
              <a:rPr lang="en-US" sz="1100"/>
              <a:t>Let me summarize why: It achieved the highest accuracy at 84.4%. It achieved the best AUC score at 0.844, indicating excellent discriminatory power. It showed balanced precision and recall with an 84% macro average across both classes. And critically, it had the fewest false negatives at just 7 missed diagnoses, which is the most important metric from a patient safety perspective.</a:t>
            </a:r>
            <a:endParaRPr sz="1100"/>
          </a:p>
          <a:p>
            <a:pPr indent="0" lvl="0" marL="0" rtl="0" algn="l">
              <a:lnSpc>
                <a:spcPct val="115000"/>
              </a:lnSpc>
              <a:spcBef>
                <a:spcPts val="1200"/>
              </a:spcBef>
              <a:spcAft>
                <a:spcPts val="0"/>
              </a:spcAft>
              <a:buClr>
                <a:schemeClr val="dk1"/>
              </a:buClr>
              <a:buSzPts val="1100"/>
              <a:buFont typeface="Arial"/>
              <a:buNone/>
            </a:pPr>
            <a:r>
              <a:rPr b="1" lang="en-US" sz="1100"/>
              <a:t>Why did K-NN outperform the others?</a:t>
            </a:r>
            <a:r>
              <a:rPr lang="en-US" sz="1100"/>
              <a:t> First, it successfully captured complex non-linear relationships in the clinical data that simpler models like Logistic Regression couldn't detect. Second, the optimal K of 13 neighbors was identified through systematic hyperparameter tuning, which I demonstrated in the appendix. Third, the feature scaling we applied enabled effective distance-based classification. And fourth, K-NN's local pattern recognition is well-suited to heterogeneous patient populations where different combinations of risk factors might indicate disease.</a:t>
            </a:r>
            <a:endParaRPr sz="1100"/>
          </a:p>
          <a:p>
            <a:pPr indent="0" lvl="0" marL="0" rtl="0" algn="l">
              <a:lnSpc>
                <a:spcPct val="115000"/>
              </a:lnSpc>
              <a:spcBef>
                <a:spcPts val="1200"/>
              </a:spcBef>
              <a:spcAft>
                <a:spcPts val="0"/>
              </a:spcAft>
              <a:buClr>
                <a:schemeClr val="dk1"/>
              </a:buClr>
              <a:buSzPts val="1100"/>
              <a:buFont typeface="Arial"/>
              <a:buNone/>
            </a:pPr>
            <a:r>
              <a:rPr b="1" lang="en-US" sz="1100"/>
              <a:t>My business recommendations are as follows:</a:t>
            </a:r>
            <a:endParaRPr b="1" sz="1100"/>
          </a:p>
          <a:p>
            <a:pPr indent="0" lvl="0" marL="0" rtl="0" algn="l">
              <a:lnSpc>
                <a:spcPct val="115000"/>
              </a:lnSpc>
              <a:spcBef>
                <a:spcPts val="1200"/>
              </a:spcBef>
              <a:spcAft>
                <a:spcPts val="0"/>
              </a:spcAft>
              <a:buClr>
                <a:schemeClr val="dk1"/>
              </a:buClr>
              <a:buSzPts val="1100"/>
              <a:buFont typeface="Arial"/>
              <a:buNone/>
            </a:pPr>
            <a:r>
              <a:rPr b="1" lang="en-US" sz="1100"/>
              <a:t>First, implement the K-NN model as the primary screening tool</a:t>
            </a:r>
            <a:r>
              <a:rPr lang="en-US" sz="1100"/>
              <a:t> in clinical decision support systems. This model should be integrated into electronic health records so that when a patient's test results are entered, the system can flag high-risk individuals for closer follow-up.</a:t>
            </a:r>
            <a:endParaRPr sz="1100"/>
          </a:p>
          <a:p>
            <a:pPr indent="0" lvl="0" marL="0" rtl="0" algn="l">
              <a:lnSpc>
                <a:spcPct val="115000"/>
              </a:lnSpc>
              <a:spcBef>
                <a:spcPts val="1200"/>
              </a:spcBef>
              <a:spcAft>
                <a:spcPts val="0"/>
              </a:spcAft>
              <a:buClr>
                <a:schemeClr val="dk1"/>
              </a:buClr>
              <a:buSzPts val="1100"/>
              <a:buFont typeface="Arial"/>
              <a:buNone/>
            </a:pPr>
            <a:r>
              <a:rPr b="1" lang="en-US" sz="1100"/>
              <a:t>Second, deploy Random Forest as a backup validator.</a:t>
            </a:r>
            <a:r>
              <a:rPr lang="en-US" sz="1100"/>
              <a:t> With 83.3% accuracy, Random Forest is nearly as good as K-NN. Using both in an ensemble approach—where we might require both models to flag a patient, or use one to validate the other—could potentially improve performance even further.</a:t>
            </a:r>
            <a:endParaRPr sz="1100"/>
          </a:p>
          <a:p>
            <a:pPr indent="0" lvl="0" marL="0" rtl="0" algn="l">
              <a:lnSpc>
                <a:spcPct val="115000"/>
              </a:lnSpc>
              <a:spcBef>
                <a:spcPts val="1200"/>
              </a:spcBef>
              <a:spcAft>
                <a:spcPts val="0"/>
              </a:spcAft>
              <a:buClr>
                <a:schemeClr val="dk1"/>
              </a:buClr>
              <a:buSzPts val="1100"/>
              <a:buFont typeface="Arial"/>
              <a:buNone/>
            </a:pPr>
            <a:r>
              <a:rPr b="1" lang="en-US" sz="1100"/>
              <a:t>Third, continue using Logistic Regression for interpretation.</a:t>
            </a:r>
            <a:r>
              <a:rPr lang="en-US" sz="1100"/>
              <a:t> Despite its lower accuracy of 78.9%, the odds ratios it provides are invaluable for understanding WHY patients are at risk. Doctors need to understand the drivers of risk, not just receive black-box predictions. Logistic Regression gives us that transparency.</a:t>
            </a:r>
            <a:endParaRPr sz="1100"/>
          </a:p>
          <a:p>
            <a:pPr indent="0" lvl="0" marL="0" rtl="0" algn="l">
              <a:lnSpc>
                <a:spcPct val="115000"/>
              </a:lnSpc>
              <a:spcBef>
                <a:spcPts val="1200"/>
              </a:spcBef>
              <a:spcAft>
                <a:spcPts val="0"/>
              </a:spcAft>
              <a:buClr>
                <a:schemeClr val="dk1"/>
              </a:buClr>
              <a:buSzPts val="1100"/>
              <a:buFont typeface="Arial"/>
              <a:buNone/>
            </a:pPr>
            <a:r>
              <a:rPr b="1" lang="en-US" sz="1100"/>
              <a:t>Fourth, focus clinical interventions on the high-risk indicators we've identified:</a:t>
            </a:r>
            <a:r>
              <a:rPr lang="en-US" sz="1100"/>
              <a:t> the number of vessels colored by fluoroscopy, patient sex—particularly male patients—and thalassemia type. These are the factors with the largest impact on disease risk.</a:t>
            </a:r>
            <a:endParaRPr sz="1100"/>
          </a:p>
          <a:p>
            <a:pPr indent="0" lvl="0" marL="0" rtl="0" algn="l">
              <a:lnSpc>
                <a:spcPct val="115000"/>
              </a:lnSpc>
              <a:spcBef>
                <a:spcPts val="1200"/>
              </a:spcBef>
              <a:spcAft>
                <a:spcPts val="0"/>
              </a:spcAft>
              <a:buClr>
                <a:schemeClr val="dk1"/>
              </a:buClr>
              <a:buSzPts val="1100"/>
              <a:buFont typeface="Arial"/>
              <a:buNone/>
            </a:pPr>
            <a:r>
              <a:rPr b="1" lang="en-US" sz="1100"/>
              <a:t>The expected impact of deploying this model is significant.</a:t>
            </a:r>
            <a:r>
              <a:rPr lang="en-US" sz="1100"/>
              <a:t> With 84.4% accuracy, we can enable early identification of approximately 84% of at-risk patients. This supports preventive interventions that could reduce mortality rates and lower healthcare costs by catching disease before it progresses to heart attacks or heart failure.</a:t>
            </a:r>
            <a:endParaRPr sz="1100"/>
          </a:p>
          <a:p>
            <a:pPr indent="0" lvl="0" marL="0" rtl="0" algn="l">
              <a:lnSpc>
                <a:spcPct val="115000"/>
              </a:lnSpc>
              <a:spcBef>
                <a:spcPts val="1200"/>
              </a:spcBef>
              <a:spcAft>
                <a:spcPts val="0"/>
              </a:spcAft>
              <a:buClr>
                <a:schemeClr val="dk1"/>
              </a:buClr>
              <a:buSzPts val="1100"/>
              <a:buFont typeface="Arial"/>
              <a:buNone/>
            </a:pPr>
            <a:r>
              <a:rPr b="1" lang="en-US" sz="1100"/>
              <a:t>Some important next steps before full deployment:</a:t>
            </a:r>
            <a:r>
              <a:rPr lang="en-US" sz="1100"/>
              <a:t> The model should be validated on external datasets from different hospitals and patient populations to ensure it generalizes well. We should implement a real-time prediction interface that integrates seamlessly into clinical workflows. A formal cost-benefit analysis should be conducted to quantify the financial impact. And we might explore ensemble methods that combine K-NN with Random Forest to see if we can push accuracy even higher.</a:t>
            </a:r>
            <a:endParaRPr sz="1100"/>
          </a:p>
          <a:p>
            <a:pPr indent="0" lvl="0" marL="0" rtl="0" algn="l">
              <a:lnSpc>
                <a:spcPct val="115000"/>
              </a:lnSpc>
              <a:spcBef>
                <a:spcPts val="1200"/>
              </a:spcBef>
              <a:spcAft>
                <a:spcPts val="0"/>
              </a:spcAft>
              <a:buClr>
                <a:schemeClr val="dk1"/>
              </a:buClr>
              <a:buSzPts val="1100"/>
              <a:buFont typeface="Arial"/>
              <a:buNone/>
            </a:pPr>
            <a:r>
              <a:rPr lang="en-US" sz="1100"/>
              <a:t>In conclusion, this project demonstrates that machine learning can provide powerful decision support tools for healthcare providers, potentially saving lives through earlier detection and intervention. The models I've developed are ready for pilot testing in a clinical environment, with K-NN as the recommended primary algorithm.</a:t>
            </a:r>
            <a:endParaRPr sz="1100"/>
          </a:p>
          <a:p>
            <a:pPr indent="0" lvl="0" marL="0" rtl="0" algn="l">
              <a:lnSpc>
                <a:spcPct val="115000"/>
              </a:lnSpc>
              <a:spcBef>
                <a:spcPts val="1200"/>
              </a:spcBef>
              <a:spcAft>
                <a:spcPts val="0"/>
              </a:spcAft>
              <a:buNone/>
            </a:pPr>
            <a:r>
              <a:rPr lang="en-US" sz="1100"/>
              <a:t>Thank you for your attention. I'm happy to answer any questions, and I encourage you to review the detailed appendices where I've included additional exploratory analysis, ROC curves, the K-selection process, and feature importance rankings."</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rPr lang="en-US" sz="1100"/>
              <a:t>"In conclusion, this project demonstrates that machine learning can provide powerful decision support tools for healthcare providers, potentially saving lives through earlier detection and intervention. The models I've developed are ready for pilot testing in a clinical environment, with K-NN as the recommended primary algorithm.</a:t>
            </a:r>
            <a:endParaRPr sz="1100"/>
          </a:p>
          <a:p>
            <a:pPr indent="0" lvl="0" marL="0" rtl="0" algn="l">
              <a:lnSpc>
                <a:spcPct val="115000"/>
              </a:lnSpc>
              <a:spcBef>
                <a:spcPts val="1200"/>
              </a:spcBef>
              <a:spcAft>
                <a:spcPts val="0"/>
              </a:spcAft>
              <a:buNone/>
            </a:pPr>
            <a:r>
              <a:rPr b="1" lang="en-US" sz="1100"/>
              <a:t>Before I close, I want to point out that I've included comprehensive appendices with additional analysis:</a:t>
            </a:r>
            <a:r>
              <a:rPr lang="en-US" sz="1100"/>
              <a:t> detailed EDA results with correlation heatmaps and feature distributions, all ROC curves compared side-by-side, the systematic K-selection process that led me to choose K equals 13, Random Forest feature importance rankings, and raw data samples. These provide complete transparency into my methodology, and I encourage you to review them for the full analytical depth.</a:t>
            </a:r>
            <a:endParaRPr sz="1100"/>
          </a:p>
          <a:p>
            <a:pPr indent="0" lvl="0" marL="0" rtl="0" algn="l">
              <a:lnSpc>
                <a:spcPct val="115000"/>
              </a:lnSpc>
              <a:spcBef>
                <a:spcPts val="1200"/>
              </a:spcBef>
              <a:spcAft>
                <a:spcPts val="0"/>
              </a:spcAft>
              <a:buNone/>
            </a:pPr>
            <a:r>
              <a:rPr lang="en-US" sz="1100"/>
              <a:t>Thank you for your attention."</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1200"/>
              </a:spcBef>
              <a:spcAft>
                <a:spcPts val="0"/>
              </a:spcAft>
              <a:buNone/>
            </a:pPr>
            <a:r>
              <a:t/>
            </a:r>
            <a:endParaRPr b="1" sz="1100"/>
          </a:p>
        </p:txBody>
      </p:sp>
      <p:sp>
        <p:nvSpPr>
          <p:cNvPr id="405" name="Google Shape;405;g3a3829ee620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3829ee620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3829ee620_0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3a3829ee620_0_2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3a7dbb965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a3a7dbb965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3a3a7dbb965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3a7dbb965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a3a7dbb965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g3a3a7dbb965_0_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a3a7dbb965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a3a7dbb965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3a3a7dbb965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a3a7dbb96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a3a7dbb965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g3a3a7dbb965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3a7dbb965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a3a7dbb965_0_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a3a7dbb965_0_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3a7dbb965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3a7dbb965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3a3a7dbb965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a3a7dbb965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a3a7dbb965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g3a3a7dbb965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a3a7dbb965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a3a7dbb965_0_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g3a3a7dbb965_0_1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solidFill>
          <a:schemeClr val="lt1"/>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437990" y="614723"/>
            <a:ext cx="8268020" cy="107590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5"/>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 name="Google Shape;15;p25"/>
          <p:cNvSpPr txBox="1"/>
          <p:nvPr>
            <p:ph idx="2" type="body"/>
          </p:nvPr>
        </p:nvSpPr>
        <p:spPr>
          <a:xfrm>
            <a:off x="437990" y="1690626"/>
            <a:ext cx="4010105" cy="45898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6" name="Google Shape;16;p25"/>
          <p:cNvSpPr txBox="1"/>
          <p:nvPr>
            <p:ph idx="3" type="body"/>
          </p:nvPr>
        </p:nvSpPr>
        <p:spPr>
          <a:xfrm>
            <a:off x="437990" y="2149609"/>
            <a:ext cx="4010105" cy="248311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7" name="Google Shape;17;p25"/>
          <p:cNvSpPr txBox="1"/>
          <p:nvPr>
            <p:ph idx="4" type="body"/>
          </p:nvPr>
        </p:nvSpPr>
        <p:spPr>
          <a:xfrm>
            <a:off x="4710722" y="1690626"/>
            <a:ext cx="4010105" cy="45898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 name="Google Shape;18;p25"/>
          <p:cNvSpPr txBox="1"/>
          <p:nvPr>
            <p:ph idx="5" type="body"/>
          </p:nvPr>
        </p:nvSpPr>
        <p:spPr>
          <a:xfrm>
            <a:off x="4710722" y="2149608"/>
            <a:ext cx="4010105" cy="248311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 name="Google Shape;19;p25"/>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25"/>
          <p:cNvSpPr txBox="1"/>
          <p:nvPr>
            <p:ph idx="6"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 name="Google Shape;21;p25"/>
          <p:cNvSpPr/>
          <p:nvPr>
            <p:ph idx="7" type="pic"/>
          </p:nvPr>
        </p:nvSpPr>
        <p:spPr>
          <a:xfrm>
            <a:off x="7426519" y="4767263"/>
            <a:ext cx="995235" cy="273844"/>
          </a:xfrm>
          <a:prstGeom prst="rect">
            <a:avLst/>
          </a:prstGeom>
          <a:noFill/>
          <a:ln>
            <a:noFill/>
          </a:ln>
        </p:spPr>
      </p:sp>
      <p:cxnSp>
        <p:nvCxnSpPr>
          <p:cNvPr id="22" name="Google Shape;22;p25"/>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23" name="Google Shape;23;p25"/>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spTree>
      <p:nvGrpSpPr>
        <p:cNvPr id="24" name="Shape 24"/>
        <p:cNvGrpSpPr/>
        <p:nvPr/>
      </p:nvGrpSpPr>
      <p:grpSpPr>
        <a:xfrm>
          <a:off x="0" y="0"/>
          <a:ext cx="0" cy="0"/>
          <a:chOff x="0" y="0"/>
          <a:chExt cx="0" cy="0"/>
        </a:xfrm>
      </p:grpSpPr>
      <p:pic>
        <p:nvPicPr>
          <p:cNvPr id="25" name="Google Shape;25;p2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Logo&#10;&#10;Description automatically generated" id="26" name="Google Shape;26;p26"/>
          <p:cNvPicPr preferRelativeResize="0"/>
          <p:nvPr/>
        </p:nvPicPr>
        <p:blipFill rotWithShape="1">
          <a:blip r:embed="rId3">
            <a:alphaModFix/>
          </a:blip>
          <a:srcRect b="0" l="0" r="0" t="0"/>
          <a:stretch/>
        </p:blipFill>
        <p:spPr>
          <a:xfrm>
            <a:off x="493922" y="4186936"/>
            <a:ext cx="1164473" cy="631145"/>
          </a:xfrm>
          <a:prstGeom prst="rect">
            <a:avLst/>
          </a:prstGeom>
          <a:noFill/>
          <a:ln>
            <a:noFill/>
          </a:ln>
        </p:spPr>
      </p:pic>
      <p:sp>
        <p:nvSpPr>
          <p:cNvPr id="27" name="Google Shape;27;p26"/>
          <p:cNvSpPr txBox="1"/>
          <p:nvPr>
            <p:ph type="ctrTitle"/>
          </p:nvPr>
        </p:nvSpPr>
        <p:spPr>
          <a:xfrm>
            <a:off x="493922" y="1392872"/>
            <a:ext cx="4943632" cy="198985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0"/>
              </a:spcBef>
              <a:spcAft>
                <a:spcPts val="0"/>
              </a:spcAft>
              <a:buClr>
                <a:schemeClr val="dk1"/>
              </a:buClr>
              <a:buSzPts val="3200"/>
              <a:buFont typeface="Arial Black"/>
              <a:buNone/>
              <a:defRPr b="1" i="0" sz="3200" cap="none">
                <a:solidFill>
                  <a:schemeClr val="dk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6"/>
          <p:cNvSpPr txBox="1"/>
          <p:nvPr>
            <p:ph idx="1" type="subTitle"/>
          </p:nvPr>
        </p:nvSpPr>
        <p:spPr>
          <a:xfrm>
            <a:off x="493922" y="3404069"/>
            <a:ext cx="4943632" cy="409793"/>
          </a:xfrm>
          <a:prstGeom prst="rect">
            <a:avLst/>
          </a:prstGeom>
          <a:noFill/>
          <a:ln>
            <a:noFill/>
          </a:ln>
        </p:spPr>
        <p:txBody>
          <a:bodyPr anchorCtr="0" anchor="t" bIns="45700" lIns="91425" spcFirstLastPara="1" rIns="91425" wrap="square" tIns="45700">
            <a:normAutofit/>
          </a:bodyPr>
          <a:lstStyle>
            <a:lvl1pPr lvl="0" algn="l">
              <a:lnSpc>
                <a:spcPct val="110000"/>
              </a:lnSpc>
              <a:spcBef>
                <a:spcPts val="750"/>
              </a:spcBef>
              <a:spcAft>
                <a:spcPts val="0"/>
              </a:spcAft>
              <a:buClr>
                <a:schemeClr val="dk1"/>
              </a:buClr>
              <a:buSzPts val="1500"/>
              <a:buFont typeface="Arial"/>
              <a:buNone/>
              <a:defRPr sz="1500">
                <a:solidFill>
                  <a:schemeClr val="dk1"/>
                </a:solidFill>
              </a:defRPr>
            </a:lvl1pPr>
            <a:lvl2pPr lvl="1" algn="ctr">
              <a:lnSpc>
                <a:spcPct val="90000"/>
              </a:lnSpc>
              <a:spcBef>
                <a:spcPts val="375"/>
              </a:spcBef>
              <a:spcAft>
                <a:spcPts val="0"/>
              </a:spcAft>
              <a:buClr>
                <a:schemeClr val="dk1"/>
              </a:buClr>
              <a:buSzPts val="1500"/>
              <a:buFont typeface="Arial"/>
              <a:buNone/>
              <a:defRPr sz="1500"/>
            </a:lvl2pPr>
            <a:lvl3pPr lvl="2" algn="ctr">
              <a:lnSpc>
                <a:spcPct val="90000"/>
              </a:lnSpc>
              <a:spcBef>
                <a:spcPts val="375"/>
              </a:spcBef>
              <a:spcAft>
                <a:spcPts val="0"/>
              </a:spcAft>
              <a:buClr>
                <a:schemeClr val="dk1"/>
              </a:buClr>
              <a:buSzPts val="1350"/>
              <a:buFont typeface="Arial"/>
              <a:buNone/>
              <a:defRPr sz="1350"/>
            </a:lvl3pPr>
            <a:lvl4pPr lvl="3" algn="ctr">
              <a:lnSpc>
                <a:spcPct val="90000"/>
              </a:lnSpc>
              <a:spcBef>
                <a:spcPts val="375"/>
              </a:spcBef>
              <a:spcAft>
                <a:spcPts val="0"/>
              </a:spcAft>
              <a:buClr>
                <a:schemeClr val="dk1"/>
              </a:buClr>
              <a:buSzPts val="1200"/>
              <a:buFont typeface="Arial"/>
              <a:buNone/>
              <a:defRPr sz="1200"/>
            </a:lvl4pPr>
            <a:lvl5pPr lvl="4" algn="ctr">
              <a:lnSpc>
                <a:spcPct val="90000"/>
              </a:lnSpc>
              <a:spcBef>
                <a:spcPts val="375"/>
              </a:spcBef>
              <a:spcAft>
                <a:spcPts val="0"/>
              </a:spcAft>
              <a:buClr>
                <a:schemeClr val="dk1"/>
              </a:buClr>
              <a:buSzPts val="1200"/>
              <a:buFont typeface="Arial"/>
              <a:buNone/>
              <a:defRPr sz="1200"/>
            </a:lvl5pPr>
            <a:lvl6pPr lvl="5" algn="ctr">
              <a:lnSpc>
                <a:spcPct val="90000"/>
              </a:lnSpc>
              <a:spcBef>
                <a:spcPts val="375"/>
              </a:spcBef>
              <a:spcAft>
                <a:spcPts val="0"/>
              </a:spcAft>
              <a:buClr>
                <a:schemeClr val="dk1"/>
              </a:buClr>
              <a:buSzPts val="1200"/>
              <a:buNone/>
              <a:defRPr sz="1200"/>
            </a:lvl6pPr>
            <a:lvl7pPr lvl="6" algn="ctr">
              <a:lnSpc>
                <a:spcPct val="11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9" name="Google Shape;29;p26"/>
          <p:cNvSpPr/>
          <p:nvPr>
            <p:ph idx="2" type="pic"/>
          </p:nvPr>
        </p:nvSpPr>
        <p:spPr>
          <a:xfrm>
            <a:off x="493923" y="487900"/>
            <a:ext cx="1873838" cy="678729"/>
          </a:xfrm>
          <a:prstGeom prst="rect">
            <a:avLst/>
          </a:prstGeom>
          <a:noFill/>
          <a:ln>
            <a:noFill/>
          </a:ln>
        </p:spPr>
      </p:sp>
      <p:pic>
        <p:nvPicPr>
          <p:cNvPr descr="A picture containing text&#10;&#10;Description automatically generated" id="30" name="Google Shape;30;p26"/>
          <p:cNvPicPr preferRelativeResize="0"/>
          <p:nvPr/>
        </p:nvPicPr>
        <p:blipFill rotWithShape="1">
          <a:blip r:embed="rId4">
            <a:alphaModFix/>
          </a:blip>
          <a:srcRect b="0" l="0" r="0" t="0"/>
          <a:stretch/>
        </p:blipFill>
        <p:spPr>
          <a:xfrm>
            <a:off x="7231851" y="319942"/>
            <a:ext cx="1599934" cy="507410"/>
          </a:xfrm>
          <a:prstGeom prst="rect">
            <a:avLst/>
          </a:prstGeom>
          <a:noFill/>
          <a:ln>
            <a:noFill/>
          </a:ln>
        </p:spPr>
      </p:pic>
      <p:sp>
        <p:nvSpPr>
          <p:cNvPr id="31" name="Google Shape;31;p26"/>
          <p:cNvSpPr txBox="1"/>
          <p:nvPr/>
        </p:nvSpPr>
        <p:spPr>
          <a:xfrm>
            <a:off x="7357626" y="4764643"/>
            <a:ext cx="1348385" cy="259687"/>
          </a:xfrm>
          <a:prstGeom prst="rect">
            <a:avLst/>
          </a:prstGeom>
          <a:noFill/>
          <a:ln>
            <a:noFill/>
          </a:ln>
        </p:spPr>
        <p:txBody>
          <a:bodyPr anchorCtr="0" anchor="ctr" bIns="45700" lIns="91425" spcFirstLastPara="1" rIns="91425" wrap="square" tIns="45700">
            <a:noAutofit/>
          </a:bodyPr>
          <a:lstStyle/>
          <a:p>
            <a:pPr indent="0" lvl="0" marL="0" marR="0" rtl="0" algn="r">
              <a:lnSpc>
                <a:spcPct val="0"/>
              </a:lnSpc>
              <a:spcBef>
                <a:spcPts val="0"/>
              </a:spcBef>
              <a:spcAft>
                <a:spcPts val="0"/>
              </a:spcAft>
              <a:buClr>
                <a:schemeClr val="accent1"/>
              </a:buClr>
              <a:buSzPts val="1400"/>
              <a:buFont typeface="Arial"/>
              <a:buNone/>
            </a:pPr>
            <a:r>
              <a:rPr b="0" i="0" lang="en-US" sz="1400" u="none" cap="none" strike="noStrike">
                <a:solidFill>
                  <a:schemeClr val="accent1"/>
                </a:solidFill>
                <a:latin typeface="Arial"/>
                <a:ea typeface="Arial"/>
                <a:cs typeface="Arial"/>
                <a:sym typeface="Arial"/>
              </a:rPr>
              <a:t>#AHA25</a:t>
            </a:r>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Overview">
    <p:bg>
      <p:bgPr>
        <a:solidFill>
          <a:schemeClr val="lt1"/>
        </a:solidFill>
      </p:bgPr>
    </p:bg>
    <p:spTree>
      <p:nvGrpSpPr>
        <p:cNvPr id="32" name="Shape 32"/>
        <p:cNvGrpSpPr/>
        <p:nvPr/>
      </p:nvGrpSpPr>
      <p:grpSpPr>
        <a:xfrm>
          <a:off x="0" y="0"/>
          <a:ext cx="0" cy="0"/>
          <a:chOff x="0" y="0"/>
          <a:chExt cx="0" cy="0"/>
        </a:xfrm>
      </p:grpSpPr>
      <p:sp>
        <p:nvSpPr>
          <p:cNvPr id="33" name="Google Shape;33;p27"/>
          <p:cNvSpPr txBox="1"/>
          <p:nvPr>
            <p:ph type="title"/>
          </p:nvPr>
        </p:nvSpPr>
        <p:spPr>
          <a:xfrm>
            <a:off x="725854" y="614723"/>
            <a:ext cx="4134010" cy="43088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2500"/>
              <a:buFont typeface="Arial Black"/>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7"/>
          <p:cNvSpPr txBox="1"/>
          <p:nvPr>
            <p:ph idx="1" type="body"/>
          </p:nvPr>
        </p:nvSpPr>
        <p:spPr>
          <a:xfrm>
            <a:off x="725854" y="1320330"/>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 name="Google Shape;35;p27"/>
          <p:cNvSpPr txBox="1"/>
          <p:nvPr>
            <p:ph idx="2" type="body"/>
          </p:nvPr>
        </p:nvSpPr>
        <p:spPr>
          <a:xfrm>
            <a:off x="725854" y="1927432"/>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7"/>
          <p:cNvSpPr txBox="1"/>
          <p:nvPr>
            <p:ph idx="3" type="body"/>
          </p:nvPr>
        </p:nvSpPr>
        <p:spPr>
          <a:xfrm>
            <a:off x="725854" y="2534534"/>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27"/>
          <p:cNvSpPr txBox="1"/>
          <p:nvPr>
            <p:ph idx="4" type="body"/>
          </p:nvPr>
        </p:nvSpPr>
        <p:spPr>
          <a:xfrm>
            <a:off x="726965" y="3139749"/>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 name="Google Shape;38;p27"/>
          <p:cNvSpPr txBox="1"/>
          <p:nvPr>
            <p:ph idx="5" type="body"/>
          </p:nvPr>
        </p:nvSpPr>
        <p:spPr>
          <a:xfrm>
            <a:off x="726965" y="3746851"/>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27"/>
          <p:cNvSpPr txBox="1"/>
          <p:nvPr>
            <p:ph idx="6" type="body"/>
          </p:nvPr>
        </p:nvSpPr>
        <p:spPr>
          <a:xfrm>
            <a:off x="3244201" y="1320330"/>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27"/>
          <p:cNvSpPr txBox="1"/>
          <p:nvPr>
            <p:ph idx="7" type="body"/>
          </p:nvPr>
        </p:nvSpPr>
        <p:spPr>
          <a:xfrm>
            <a:off x="3244201" y="1927432"/>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 name="Google Shape;41;p27"/>
          <p:cNvSpPr txBox="1"/>
          <p:nvPr>
            <p:ph idx="8" type="body"/>
          </p:nvPr>
        </p:nvSpPr>
        <p:spPr>
          <a:xfrm>
            <a:off x="3244201" y="2534534"/>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27"/>
          <p:cNvSpPr txBox="1"/>
          <p:nvPr>
            <p:ph idx="9" type="body"/>
          </p:nvPr>
        </p:nvSpPr>
        <p:spPr>
          <a:xfrm>
            <a:off x="3244201" y="3139749"/>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27"/>
          <p:cNvSpPr txBox="1"/>
          <p:nvPr>
            <p:ph idx="13" type="body"/>
          </p:nvPr>
        </p:nvSpPr>
        <p:spPr>
          <a:xfrm>
            <a:off x="3244201" y="3741224"/>
            <a:ext cx="2055666" cy="4308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b="1"/>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27"/>
          <p:cNvSpPr/>
          <p:nvPr>
            <p:ph idx="14" type="pic"/>
          </p:nvPr>
        </p:nvSpPr>
        <p:spPr>
          <a:xfrm>
            <a:off x="5266765" y="0"/>
            <a:ext cx="3877235" cy="5143500"/>
          </a:xfrm>
          <a:prstGeom prst="rect">
            <a:avLst/>
          </a:prstGeom>
          <a:solidFill>
            <a:schemeClr val="lt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eaker">
  <p:cSld name="1_Speaker">
    <p:bg>
      <p:bgPr>
        <a:solidFill>
          <a:schemeClr val="lt1"/>
        </a:solidFill>
      </p:bgPr>
    </p:bg>
    <p:spTree>
      <p:nvGrpSpPr>
        <p:cNvPr id="45" name="Shape 45"/>
        <p:cNvGrpSpPr/>
        <p:nvPr/>
      </p:nvGrpSpPr>
      <p:grpSpPr>
        <a:xfrm>
          <a:off x="0" y="0"/>
          <a:ext cx="0" cy="0"/>
          <a:chOff x="0" y="0"/>
          <a:chExt cx="0" cy="0"/>
        </a:xfrm>
      </p:grpSpPr>
      <p:sp>
        <p:nvSpPr>
          <p:cNvPr id="46" name="Google Shape;46;p28"/>
          <p:cNvSpPr/>
          <p:nvPr>
            <p:ph idx="2" type="pic"/>
          </p:nvPr>
        </p:nvSpPr>
        <p:spPr>
          <a:xfrm>
            <a:off x="-1157288" y="249892"/>
            <a:ext cx="4159549" cy="4159548"/>
          </a:xfrm>
          <a:prstGeom prst="ellipse">
            <a:avLst/>
          </a:prstGeom>
          <a:solidFill>
            <a:srgbClr val="D8D8D8"/>
          </a:solidFill>
          <a:ln cap="flat" cmpd="sng" w="9525">
            <a:solidFill>
              <a:schemeClr val="accent1"/>
            </a:solidFill>
            <a:prstDash val="solid"/>
            <a:round/>
            <a:headEnd len="sm" w="sm" type="none"/>
            <a:tailEnd len="sm" w="sm" type="none"/>
          </a:ln>
        </p:spPr>
      </p:sp>
      <p:sp>
        <p:nvSpPr>
          <p:cNvPr id="47" name="Google Shape;47;p28"/>
          <p:cNvSpPr txBox="1"/>
          <p:nvPr>
            <p:ph type="title"/>
          </p:nvPr>
        </p:nvSpPr>
        <p:spPr>
          <a:xfrm>
            <a:off x="3570489" y="939161"/>
            <a:ext cx="3419396" cy="3739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Arial Black"/>
              <a:buNone/>
              <a:defRPr sz="2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8"/>
          <p:cNvSpPr txBox="1"/>
          <p:nvPr>
            <p:ph idx="1" type="body"/>
          </p:nvPr>
        </p:nvSpPr>
        <p:spPr>
          <a:xfrm>
            <a:off x="3570489" y="1353862"/>
            <a:ext cx="4024924"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500"/>
              <a:buFont typeface="Arial"/>
              <a:buNone/>
              <a:defRPr b="1" sz="15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28"/>
          <p:cNvSpPr txBox="1"/>
          <p:nvPr>
            <p:ph idx="3" type="body"/>
          </p:nvPr>
        </p:nvSpPr>
        <p:spPr>
          <a:xfrm>
            <a:off x="3570488" y="1716179"/>
            <a:ext cx="5150339" cy="234586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28"/>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1" name="Google Shape;51;p28"/>
          <p:cNvSpPr txBox="1"/>
          <p:nvPr>
            <p:ph idx="4"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28"/>
          <p:cNvSpPr/>
          <p:nvPr>
            <p:ph idx="5" type="pic"/>
          </p:nvPr>
        </p:nvSpPr>
        <p:spPr>
          <a:xfrm>
            <a:off x="7426519" y="4767263"/>
            <a:ext cx="995235" cy="273844"/>
          </a:xfrm>
          <a:prstGeom prst="rect">
            <a:avLst/>
          </a:prstGeom>
          <a:noFill/>
          <a:ln>
            <a:noFill/>
          </a:ln>
        </p:spPr>
      </p:sp>
      <p:cxnSp>
        <p:nvCxnSpPr>
          <p:cNvPr id="53" name="Google Shape;53;p28"/>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54" name="Google Shape;54;p28"/>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55" name="Shape 55"/>
        <p:cNvGrpSpPr/>
        <p:nvPr/>
      </p:nvGrpSpPr>
      <p:grpSpPr>
        <a:xfrm>
          <a:off x="0" y="0"/>
          <a:ext cx="0" cy="0"/>
          <a:chOff x="0" y="0"/>
          <a:chExt cx="0" cy="0"/>
        </a:xfrm>
      </p:grpSpPr>
      <p:sp>
        <p:nvSpPr>
          <p:cNvPr id="56" name="Google Shape;56;p29"/>
          <p:cNvSpPr txBox="1"/>
          <p:nvPr>
            <p:ph type="title"/>
          </p:nvPr>
        </p:nvSpPr>
        <p:spPr>
          <a:xfrm>
            <a:off x="437990" y="614723"/>
            <a:ext cx="6877210" cy="97701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9"/>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 name="Google Shape;58;p29"/>
          <p:cNvSpPr txBox="1"/>
          <p:nvPr>
            <p:ph idx="2" type="body"/>
          </p:nvPr>
        </p:nvSpPr>
        <p:spPr>
          <a:xfrm>
            <a:off x="437990" y="4069460"/>
            <a:ext cx="5505610" cy="27384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4"/>
              </a:buClr>
              <a:buSzPts val="1200"/>
              <a:buFont typeface="Arial"/>
              <a:buNone/>
              <a:defRPr b="1">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9" name="Google Shape;59;p29"/>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0" name="Google Shape;60;p29"/>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1" name="Google Shape;61;p29"/>
          <p:cNvSpPr txBox="1"/>
          <p:nvPr>
            <p:ph idx="3"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 name="Google Shape;62;p29"/>
          <p:cNvSpPr/>
          <p:nvPr>
            <p:ph idx="4" type="pic"/>
          </p:nvPr>
        </p:nvSpPr>
        <p:spPr>
          <a:xfrm>
            <a:off x="7426520" y="4767263"/>
            <a:ext cx="995238" cy="273844"/>
          </a:xfrm>
          <a:prstGeom prst="rect">
            <a:avLst/>
          </a:prstGeom>
          <a:noFill/>
          <a:ln>
            <a:noFill/>
          </a:ln>
        </p:spPr>
      </p:sp>
      <p:cxnSp>
        <p:nvCxnSpPr>
          <p:cNvPr id="63" name="Google Shape;63;p29"/>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64" name="Google Shape;64;p29"/>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Slide">
  <p:cSld name="1_Cover Slide">
    <p:bg>
      <p:bgPr>
        <a:solidFill>
          <a:schemeClr val="lt1"/>
        </a:solidFill>
      </p:bgPr>
    </p:bg>
    <p:spTree>
      <p:nvGrpSpPr>
        <p:cNvPr id="65" name="Shape 65"/>
        <p:cNvGrpSpPr/>
        <p:nvPr/>
      </p:nvGrpSpPr>
      <p:grpSpPr>
        <a:xfrm>
          <a:off x="0" y="0"/>
          <a:ext cx="0" cy="0"/>
          <a:chOff x="0" y="0"/>
          <a:chExt cx="0" cy="0"/>
        </a:xfrm>
      </p:grpSpPr>
      <p:pic>
        <p:nvPicPr>
          <p:cNvPr id="66" name="Google Shape;66;p30"/>
          <p:cNvPicPr preferRelativeResize="0"/>
          <p:nvPr/>
        </p:nvPicPr>
        <p:blipFill rotWithShape="1">
          <a:blip r:embed="rId2">
            <a:alphaModFix/>
          </a:blip>
          <a:srcRect b="0" l="0" r="0" t="0"/>
          <a:stretch/>
        </p:blipFill>
        <p:spPr>
          <a:xfrm>
            <a:off x="-61472" y="0"/>
            <a:ext cx="9205472" cy="5178078"/>
          </a:xfrm>
          <a:prstGeom prst="rect">
            <a:avLst/>
          </a:prstGeom>
          <a:noFill/>
          <a:ln>
            <a:noFill/>
          </a:ln>
        </p:spPr>
      </p:pic>
      <p:sp>
        <p:nvSpPr>
          <p:cNvPr id="67" name="Google Shape;67;p30"/>
          <p:cNvSpPr txBox="1"/>
          <p:nvPr/>
        </p:nvSpPr>
        <p:spPr>
          <a:xfrm>
            <a:off x="493924" y="4506214"/>
            <a:ext cx="1348385" cy="400171"/>
          </a:xfrm>
          <a:prstGeom prst="rect">
            <a:avLst/>
          </a:prstGeom>
          <a:noFill/>
          <a:ln>
            <a:noFill/>
          </a:ln>
        </p:spPr>
        <p:txBody>
          <a:bodyPr anchorCtr="0" anchor="b" bIns="45700" lIns="91425" spcFirstLastPara="1" rIns="91425" wrap="square" tIns="45700">
            <a:noAutofit/>
          </a:bodyPr>
          <a:lstStyle/>
          <a:p>
            <a:pPr indent="0" lvl="0" marL="0" marR="0" rtl="0" algn="l">
              <a:lnSpc>
                <a:spcPct val="2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a:t>
            </a:r>
            <a:r>
              <a:rPr b="0" i="0" lang="en-US" sz="1600" u="none" cap="none" strike="noStrike">
                <a:solidFill>
                  <a:schemeClr val="lt1"/>
                </a:solidFill>
                <a:latin typeface="Arial"/>
                <a:ea typeface="Arial"/>
                <a:cs typeface="Arial"/>
                <a:sym typeface="Arial"/>
              </a:rPr>
              <a:t>AHA25</a:t>
            </a:r>
            <a:endParaRPr/>
          </a:p>
        </p:txBody>
      </p:sp>
      <p:sp>
        <p:nvSpPr>
          <p:cNvPr descr="Section number" id="68" name="Google Shape;68;p30"/>
          <p:cNvSpPr txBox="1"/>
          <p:nvPr>
            <p:ph idx="1" type="body"/>
          </p:nvPr>
        </p:nvSpPr>
        <p:spPr>
          <a:xfrm>
            <a:off x="465602" y="1445693"/>
            <a:ext cx="1698747" cy="1653063"/>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750"/>
              </a:spcBef>
              <a:spcAft>
                <a:spcPts val="0"/>
              </a:spcAft>
              <a:buClr>
                <a:schemeClr val="lt1"/>
              </a:buClr>
              <a:buSzPts val="8000"/>
              <a:buFont typeface="Arial"/>
              <a:buNone/>
              <a:defRPr b="1" i="0" sz="8000">
                <a:solidFill>
                  <a:schemeClr val="l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Section title " id="69" name="Google Shape;69;p30"/>
          <p:cNvSpPr txBox="1"/>
          <p:nvPr>
            <p:ph type="ctrTitle"/>
          </p:nvPr>
        </p:nvSpPr>
        <p:spPr>
          <a:xfrm>
            <a:off x="2164349" y="1626884"/>
            <a:ext cx="4583923" cy="1530082"/>
          </a:xfrm>
          <a:prstGeom prst="rect">
            <a:avLst/>
          </a:prstGeom>
          <a:noFill/>
          <a:ln>
            <a:noFill/>
          </a:ln>
        </p:spPr>
        <p:txBody>
          <a:bodyPr anchorCtr="0" anchor="t" bIns="45700" lIns="91425" spcFirstLastPara="1" rIns="91425" wrap="square" tIns="45700">
            <a:normAutofit/>
          </a:bodyPr>
          <a:lstStyle>
            <a:lvl1pPr lvl="0" algn="l">
              <a:lnSpc>
                <a:spcPct val="125000"/>
              </a:lnSpc>
              <a:spcBef>
                <a:spcPts val="0"/>
              </a:spcBef>
              <a:spcAft>
                <a:spcPts val="0"/>
              </a:spcAft>
              <a:buClr>
                <a:schemeClr val="lt1"/>
              </a:buClr>
              <a:buSzPts val="3200"/>
              <a:buFont typeface="Arial Black"/>
              <a:buNone/>
              <a:defRPr b="0" i="0" sz="3200" cap="none">
                <a:solidFill>
                  <a:schemeClr val="lt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hree Content">
  <p:cSld name="2_Three Content">
    <p:bg>
      <p:bgPr>
        <a:solidFill>
          <a:schemeClr val="lt1"/>
        </a:solidFill>
      </p:bgPr>
    </p:bg>
    <p:spTree>
      <p:nvGrpSpPr>
        <p:cNvPr id="70" name="Shape 70"/>
        <p:cNvGrpSpPr/>
        <p:nvPr/>
      </p:nvGrpSpPr>
      <p:grpSpPr>
        <a:xfrm>
          <a:off x="0" y="0"/>
          <a:ext cx="0" cy="0"/>
          <a:chOff x="0" y="0"/>
          <a:chExt cx="0" cy="0"/>
        </a:xfrm>
      </p:grpSpPr>
      <p:sp>
        <p:nvSpPr>
          <p:cNvPr id="71" name="Google Shape;71;p31"/>
          <p:cNvSpPr txBox="1"/>
          <p:nvPr>
            <p:ph type="title"/>
          </p:nvPr>
        </p:nvSpPr>
        <p:spPr>
          <a:xfrm>
            <a:off x="437990" y="614723"/>
            <a:ext cx="8268020" cy="8068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1"/>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 name="Google Shape;73;p31"/>
          <p:cNvSpPr txBox="1"/>
          <p:nvPr>
            <p:ph idx="2" type="body"/>
          </p:nvPr>
        </p:nvSpPr>
        <p:spPr>
          <a:xfrm>
            <a:off x="504970" y="1762897"/>
            <a:ext cx="2331816" cy="2644346"/>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dk1"/>
              </a:buClr>
              <a:buSzPts val="1200"/>
              <a:buFont typeface="Arial"/>
              <a:buNone/>
              <a:defRPr/>
            </a:lvl1pPr>
            <a:lvl2pPr indent="-228600" lvl="1" marL="914400" algn="ctr">
              <a:lnSpc>
                <a:spcPct val="90000"/>
              </a:lnSpc>
              <a:spcBef>
                <a:spcPts val="375"/>
              </a:spcBef>
              <a:spcAft>
                <a:spcPts val="0"/>
              </a:spcAft>
              <a:buClr>
                <a:schemeClr val="dk1"/>
              </a:buClr>
              <a:buSzPts val="1200"/>
              <a:buFont typeface="Arial"/>
              <a:buNone/>
              <a:defRPr/>
            </a:lvl2pPr>
            <a:lvl3pPr indent="-228600" lvl="2" marL="1371600" algn="ctr">
              <a:lnSpc>
                <a:spcPct val="90000"/>
              </a:lnSpc>
              <a:spcBef>
                <a:spcPts val="375"/>
              </a:spcBef>
              <a:spcAft>
                <a:spcPts val="0"/>
              </a:spcAft>
              <a:buClr>
                <a:schemeClr val="dk1"/>
              </a:buClr>
              <a:buSzPts val="1200"/>
              <a:buFont typeface="Arial"/>
              <a:buNone/>
              <a:defRPr/>
            </a:lvl3pPr>
            <a:lvl4pPr indent="-228600" lvl="3" marL="1828800" algn="ctr">
              <a:lnSpc>
                <a:spcPct val="90000"/>
              </a:lnSpc>
              <a:spcBef>
                <a:spcPts val="375"/>
              </a:spcBef>
              <a:spcAft>
                <a:spcPts val="0"/>
              </a:spcAft>
              <a:buClr>
                <a:schemeClr val="dk1"/>
              </a:buClr>
              <a:buSzPts val="1200"/>
              <a:buFont typeface="Arial"/>
              <a:buNone/>
              <a:defRPr/>
            </a:lvl4pPr>
            <a:lvl5pPr indent="-228600" lvl="4" marL="2286000" algn="ctr">
              <a:lnSpc>
                <a:spcPct val="90000"/>
              </a:lnSpc>
              <a:spcBef>
                <a:spcPts val="375"/>
              </a:spcBef>
              <a:spcAft>
                <a:spcPts val="0"/>
              </a:spcAft>
              <a:buClr>
                <a:schemeClr val="dk1"/>
              </a:buClr>
              <a:buSzPts val="1200"/>
              <a:buFont typeface="Arial"/>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31"/>
          <p:cNvSpPr txBox="1"/>
          <p:nvPr>
            <p:ph idx="3" type="body"/>
          </p:nvPr>
        </p:nvSpPr>
        <p:spPr>
          <a:xfrm>
            <a:off x="3386450" y="1762897"/>
            <a:ext cx="2331816" cy="2644346"/>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dk1"/>
              </a:buClr>
              <a:buSzPts val="1200"/>
              <a:buFont typeface="Arial"/>
              <a:buNone/>
              <a:defRPr/>
            </a:lvl1pPr>
            <a:lvl2pPr indent="-228600" lvl="1" marL="914400" algn="ctr">
              <a:lnSpc>
                <a:spcPct val="90000"/>
              </a:lnSpc>
              <a:spcBef>
                <a:spcPts val="375"/>
              </a:spcBef>
              <a:spcAft>
                <a:spcPts val="0"/>
              </a:spcAft>
              <a:buClr>
                <a:schemeClr val="dk1"/>
              </a:buClr>
              <a:buSzPts val="1200"/>
              <a:buFont typeface="Arial"/>
              <a:buNone/>
              <a:defRPr/>
            </a:lvl2pPr>
            <a:lvl3pPr indent="-228600" lvl="2" marL="1371600" algn="ctr">
              <a:lnSpc>
                <a:spcPct val="90000"/>
              </a:lnSpc>
              <a:spcBef>
                <a:spcPts val="375"/>
              </a:spcBef>
              <a:spcAft>
                <a:spcPts val="0"/>
              </a:spcAft>
              <a:buClr>
                <a:schemeClr val="dk1"/>
              </a:buClr>
              <a:buSzPts val="1200"/>
              <a:buFont typeface="Arial"/>
              <a:buNone/>
              <a:defRPr/>
            </a:lvl3pPr>
            <a:lvl4pPr indent="-228600" lvl="3" marL="1828800" algn="ctr">
              <a:lnSpc>
                <a:spcPct val="90000"/>
              </a:lnSpc>
              <a:spcBef>
                <a:spcPts val="375"/>
              </a:spcBef>
              <a:spcAft>
                <a:spcPts val="0"/>
              </a:spcAft>
              <a:buClr>
                <a:schemeClr val="dk1"/>
              </a:buClr>
              <a:buSzPts val="1200"/>
              <a:buFont typeface="Arial"/>
              <a:buNone/>
              <a:defRPr/>
            </a:lvl4pPr>
            <a:lvl5pPr indent="-228600" lvl="4" marL="2286000" algn="ctr">
              <a:lnSpc>
                <a:spcPct val="90000"/>
              </a:lnSpc>
              <a:spcBef>
                <a:spcPts val="375"/>
              </a:spcBef>
              <a:spcAft>
                <a:spcPts val="0"/>
              </a:spcAft>
              <a:buClr>
                <a:schemeClr val="dk1"/>
              </a:buClr>
              <a:buSzPts val="1200"/>
              <a:buFont typeface="Arial"/>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1"/>
          <p:cNvSpPr txBox="1"/>
          <p:nvPr>
            <p:ph idx="4" type="body"/>
          </p:nvPr>
        </p:nvSpPr>
        <p:spPr>
          <a:xfrm>
            <a:off x="6364063" y="1762897"/>
            <a:ext cx="2331816" cy="2644346"/>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dk1"/>
              </a:buClr>
              <a:buSzPts val="1200"/>
              <a:buFont typeface="Arial"/>
              <a:buNone/>
              <a:defRPr/>
            </a:lvl1pPr>
            <a:lvl2pPr indent="-228600" lvl="1" marL="914400" algn="ctr">
              <a:lnSpc>
                <a:spcPct val="90000"/>
              </a:lnSpc>
              <a:spcBef>
                <a:spcPts val="375"/>
              </a:spcBef>
              <a:spcAft>
                <a:spcPts val="0"/>
              </a:spcAft>
              <a:buClr>
                <a:schemeClr val="dk1"/>
              </a:buClr>
              <a:buSzPts val="1200"/>
              <a:buFont typeface="Arial"/>
              <a:buNone/>
              <a:defRPr/>
            </a:lvl2pPr>
            <a:lvl3pPr indent="-228600" lvl="2" marL="1371600" algn="ctr">
              <a:lnSpc>
                <a:spcPct val="90000"/>
              </a:lnSpc>
              <a:spcBef>
                <a:spcPts val="375"/>
              </a:spcBef>
              <a:spcAft>
                <a:spcPts val="0"/>
              </a:spcAft>
              <a:buClr>
                <a:schemeClr val="dk1"/>
              </a:buClr>
              <a:buSzPts val="1200"/>
              <a:buFont typeface="Arial"/>
              <a:buNone/>
              <a:defRPr/>
            </a:lvl3pPr>
            <a:lvl4pPr indent="-228600" lvl="3" marL="1828800" algn="ctr">
              <a:lnSpc>
                <a:spcPct val="90000"/>
              </a:lnSpc>
              <a:spcBef>
                <a:spcPts val="375"/>
              </a:spcBef>
              <a:spcAft>
                <a:spcPts val="0"/>
              </a:spcAft>
              <a:buClr>
                <a:schemeClr val="dk1"/>
              </a:buClr>
              <a:buSzPts val="1200"/>
              <a:buFont typeface="Arial"/>
              <a:buNone/>
              <a:defRPr/>
            </a:lvl4pPr>
            <a:lvl5pPr indent="-228600" lvl="4" marL="2286000" algn="ctr">
              <a:lnSpc>
                <a:spcPct val="90000"/>
              </a:lnSpc>
              <a:spcBef>
                <a:spcPts val="375"/>
              </a:spcBef>
              <a:spcAft>
                <a:spcPts val="0"/>
              </a:spcAft>
              <a:buClr>
                <a:schemeClr val="dk1"/>
              </a:buClr>
              <a:buSzPts val="1200"/>
              <a:buFont typeface="Arial"/>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6" name="Google Shape;76;p31"/>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7" name="Google Shape;77;p31"/>
          <p:cNvSpPr txBox="1"/>
          <p:nvPr>
            <p:ph idx="5"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8" name="Google Shape;78;p31"/>
          <p:cNvSpPr/>
          <p:nvPr>
            <p:ph idx="6" type="pic"/>
          </p:nvPr>
        </p:nvSpPr>
        <p:spPr>
          <a:xfrm>
            <a:off x="7426519" y="4767263"/>
            <a:ext cx="995232" cy="273844"/>
          </a:xfrm>
          <a:prstGeom prst="rect">
            <a:avLst/>
          </a:prstGeom>
          <a:noFill/>
          <a:ln>
            <a:noFill/>
          </a:ln>
        </p:spPr>
      </p:sp>
      <p:cxnSp>
        <p:nvCxnSpPr>
          <p:cNvPr id="79" name="Google Shape;79;p31"/>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80" name="Google Shape;80;p31"/>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p:cSld name="3_List">
    <p:bg>
      <p:bgPr>
        <a:solidFill>
          <a:schemeClr val="lt1"/>
        </a:solidFill>
      </p:bgPr>
    </p:bg>
    <p:spTree>
      <p:nvGrpSpPr>
        <p:cNvPr id="81" name="Shape 81"/>
        <p:cNvGrpSpPr/>
        <p:nvPr/>
      </p:nvGrpSpPr>
      <p:grpSpPr>
        <a:xfrm>
          <a:off x="0" y="0"/>
          <a:ext cx="0" cy="0"/>
          <a:chOff x="0" y="0"/>
          <a:chExt cx="0" cy="0"/>
        </a:xfrm>
      </p:grpSpPr>
      <p:sp>
        <p:nvSpPr>
          <p:cNvPr descr="Headline" id="82" name="Google Shape;82;p32"/>
          <p:cNvSpPr txBox="1"/>
          <p:nvPr>
            <p:ph type="title"/>
          </p:nvPr>
        </p:nvSpPr>
        <p:spPr>
          <a:xfrm>
            <a:off x="437990" y="614724"/>
            <a:ext cx="8268020" cy="41821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Black"/>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Content Textbox 1" id="83" name="Google Shape;83;p32"/>
          <p:cNvSpPr txBox="1"/>
          <p:nvPr>
            <p:ph idx="1" type="body"/>
          </p:nvPr>
        </p:nvSpPr>
        <p:spPr>
          <a:xfrm>
            <a:off x="571264" y="2136871"/>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ontent Textbox 2" id="84" name="Google Shape;84;p32"/>
          <p:cNvSpPr txBox="1"/>
          <p:nvPr>
            <p:ph idx="2" type="body"/>
          </p:nvPr>
        </p:nvSpPr>
        <p:spPr>
          <a:xfrm>
            <a:off x="3331395" y="2136871"/>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ontent Textbox 3" id="85" name="Google Shape;85;p32"/>
          <p:cNvSpPr txBox="1"/>
          <p:nvPr>
            <p:ph idx="3" type="body"/>
          </p:nvPr>
        </p:nvSpPr>
        <p:spPr>
          <a:xfrm>
            <a:off x="6091527" y="2136871"/>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ontent Textbox 4" id="86" name="Google Shape;86;p32"/>
          <p:cNvSpPr txBox="1"/>
          <p:nvPr>
            <p:ph idx="4" type="body"/>
          </p:nvPr>
        </p:nvSpPr>
        <p:spPr>
          <a:xfrm>
            <a:off x="571264" y="3505832"/>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ontent Textbox 5" id="87" name="Google Shape;87;p32"/>
          <p:cNvSpPr txBox="1"/>
          <p:nvPr>
            <p:ph idx="5" type="body"/>
          </p:nvPr>
        </p:nvSpPr>
        <p:spPr>
          <a:xfrm>
            <a:off x="3331395" y="3505832"/>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ontent Textbox 6" id="88" name="Google Shape;88;p32"/>
          <p:cNvSpPr txBox="1"/>
          <p:nvPr>
            <p:ph idx="6" type="body"/>
          </p:nvPr>
        </p:nvSpPr>
        <p:spPr>
          <a:xfrm>
            <a:off x="6091527" y="3505832"/>
            <a:ext cx="2442790"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89" name="Google Shape;89;p32"/>
          <p:cNvCxnSpPr/>
          <p:nvPr/>
        </p:nvCxnSpPr>
        <p:spPr>
          <a:xfrm>
            <a:off x="423171" y="3318669"/>
            <a:ext cx="8229600" cy="0"/>
          </a:xfrm>
          <a:prstGeom prst="straightConnector1">
            <a:avLst/>
          </a:prstGeom>
          <a:noFill/>
          <a:ln cap="flat" cmpd="sng" w="9525">
            <a:solidFill>
              <a:schemeClr val="accent1"/>
            </a:solidFill>
            <a:prstDash val="solid"/>
            <a:miter lim="800000"/>
            <a:headEnd len="sm" w="sm" type="none"/>
            <a:tailEnd len="sm" w="sm" type="none"/>
          </a:ln>
        </p:spPr>
      </p:cxnSp>
      <p:cxnSp>
        <p:nvCxnSpPr>
          <p:cNvPr id="90" name="Google Shape;90;p32"/>
          <p:cNvCxnSpPr/>
          <p:nvPr/>
        </p:nvCxnSpPr>
        <p:spPr>
          <a:xfrm rot="10800000">
            <a:off x="3181190" y="2108563"/>
            <a:ext cx="0" cy="2420213"/>
          </a:xfrm>
          <a:prstGeom prst="straightConnector1">
            <a:avLst/>
          </a:prstGeom>
          <a:noFill/>
          <a:ln cap="flat" cmpd="sng" w="9525">
            <a:solidFill>
              <a:schemeClr val="accent1"/>
            </a:solidFill>
            <a:prstDash val="solid"/>
            <a:miter lim="800000"/>
            <a:headEnd len="sm" w="sm" type="none"/>
            <a:tailEnd len="sm" w="sm" type="none"/>
          </a:ln>
        </p:spPr>
      </p:cxnSp>
      <p:cxnSp>
        <p:nvCxnSpPr>
          <p:cNvPr id="91" name="Google Shape;91;p32"/>
          <p:cNvCxnSpPr/>
          <p:nvPr/>
        </p:nvCxnSpPr>
        <p:spPr>
          <a:xfrm rot="10800000">
            <a:off x="5924390" y="2108563"/>
            <a:ext cx="0" cy="2420213"/>
          </a:xfrm>
          <a:prstGeom prst="straightConnector1">
            <a:avLst/>
          </a:prstGeom>
          <a:noFill/>
          <a:ln cap="flat" cmpd="sng" w="9525">
            <a:solidFill>
              <a:schemeClr val="accent1"/>
            </a:solidFill>
            <a:prstDash val="solid"/>
            <a:miter lim="800000"/>
            <a:headEnd len="sm" w="sm" type="none"/>
            <a:tailEnd len="sm" w="sm" type="none"/>
          </a:ln>
        </p:spPr>
      </p:cxnSp>
      <p:sp>
        <p:nvSpPr>
          <p:cNvPr descr="Footer Text 1" id="92" name="Google Shape;92;p32"/>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descr="Footer Text 2" id="93" name="Google Shape;93;p32"/>
          <p:cNvSpPr txBox="1"/>
          <p:nvPr>
            <p:ph idx="7"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Logo" id="94" name="Google Shape;94;p32"/>
          <p:cNvSpPr/>
          <p:nvPr>
            <p:ph idx="8" type="pic"/>
          </p:nvPr>
        </p:nvSpPr>
        <p:spPr>
          <a:xfrm>
            <a:off x="7426519" y="4767263"/>
            <a:ext cx="995235" cy="273844"/>
          </a:xfrm>
          <a:prstGeom prst="rect">
            <a:avLst/>
          </a:prstGeom>
          <a:noFill/>
          <a:ln>
            <a:noFill/>
          </a:ln>
        </p:spPr>
      </p:sp>
      <p:cxnSp>
        <p:nvCxnSpPr>
          <p:cNvPr id="95" name="Google Shape;95;p32"/>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descr="Slide number" id="96" name="Google Shape;96;p32"/>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ultiple Photos - Light">
  <p:cSld name="1_Multiple Photos - Light">
    <p:spTree>
      <p:nvGrpSpPr>
        <p:cNvPr id="97" name="Shape 97"/>
        <p:cNvGrpSpPr/>
        <p:nvPr/>
      </p:nvGrpSpPr>
      <p:grpSpPr>
        <a:xfrm>
          <a:off x="0" y="0"/>
          <a:ext cx="0" cy="0"/>
          <a:chOff x="0" y="0"/>
          <a:chExt cx="0" cy="0"/>
        </a:xfrm>
      </p:grpSpPr>
      <p:sp>
        <p:nvSpPr>
          <p:cNvPr id="98" name="Google Shape;98;p33"/>
          <p:cNvSpPr/>
          <p:nvPr>
            <p:ph idx="2" type="pic"/>
          </p:nvPr>
        </p:nvSpPr>
        <p:spPr>
          <a:xfrm>
            <a:off x="182881" y="184149"/>
            <a:ext cx="3799838" cy="4758267"/>
          </a:xfrm>
          <a:prstGeom prst="rect">
            <a:avLst/>
          </a:prstGeom>
          <a:solidFill>
            <a:schemeClr val="lt2"/>
          </a:solidFill>
          <a:ln>
            <a:noFill/>
          </a:ln>
        </p:spPr>
      </p:sp>
      <p:sp>
        <p:nvSpPr>
          <p:cNvPr id="99" name="Google Shape;99;p33"/>
          <p:cNvSpPr/>
          <p:nvPr/>
        </p:nvSpPr>
        <p:spPr>
          <a:xfrm>
            <a:off x="4185919" y="184149"/>
            <a:ext cx="2286000" cy="2286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33"/>
          <p:cNvSpPr txBox="1"/>
          <p:nvPr>
            <p:ph idx="1" type="body"/>
          </p:nvPr>
        </p:nvSpPr>
        <p:spPr>
          <a:xfrm>
            <a:off x="4349325" y="373063"/>
            <a:ext cx="1932413" cy="422804"/>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750"/>
              </a:spcBef>
              <a:spcAft>
                <a:spcPts val="0"/>
              </a:spcAft>
              <a:buClr>
                <a:schemeClr val="lt1"/>
              </a:buClr>
              <a:buSzPts val="1400"/>
              <a:buFont typeface="Arial"/>
              <a:buNone/>
              <a:defRPr b="1" sz="1400">
                <a:solidFill>
                  <a:schemeClr val="lt1"/>
                </a:solidFill>
              </a:defRPr>
            </a:lvl1pPr>
            <a:lvl2pPr indent="-228600" lvl="1" marL="914400" algn="l">
              <a:lnSpc>
                <a:spcPct val="90000"/>
              </a:lnSpc>
              <a:spcBef>
                <a:spcPts val="375"/>
              </a:spcBef>
              <a:spcAft>
                <a:spcPts val="0"/>
              </a:spcAft>
              <a:buClr>
                <a:schemeClr val="lt1"/>
              </a:buClr>
              <a:buSzPts val="1700"/>
              <a:buFont typeface="Arial"/>
              <a:buNone/>
              <a:defRPr b="1" sz="1700">
                <a:solidFill>
                  <a:schemeClr val="lt1"/>
                </a:solidFill>
              </a:defRPr>
            </a:lvl2pPr>
            <a:lvl3pPr indent="-228600" lvl="2" marL="1371600" algn="l">
              <a:lnSpc>
                <a:spcPct val="90000"/>
              </a:lnSpc>
              <a:spcBef>
                <a:spcPts val="375"/>
              </a:spcBef>
              <a:spcAft>
                <a:spcPts val="0"/>
              </a:spcAft>
              <a:buClr>
                <a:schemeClr val="lt1"/>
              </a:buClr>
              <a:buSzPts val="1700"/>
              <a:buFont typeface="Arial"/>
              <a:buNone/>
              <a:defRPr b="1" sz="1700">
                <a:solidFill>
                  <a:schemeClr val="lt1"/>
                </a:solidFill>
              </a:defRPr>
            </a:lvl3pPr>
            <a:lvl4pPr indent="-228600" lvl="3" marL="1828800" algn="l">
              <a:lnSpc>
                <a:spcPct val="90000"/>
              </a:lnSpc>
              <a:spcBef>
                <a:spcPts val="375"/>
              </a:spcBef>
              <a:spcAft>
                <a:spcPts val="0"/>
              </a:spcAft>
              <a:buClr>
                <a:schemeClr val="lt1"/>
              </a:buClr>
              <a:buSzPts val="1700"/>
              <a:buFont typeface="Arial"/>
              <a:buNone/>
              <a:defRPr b="1" sz="1700">
                <a:solidFill>
                  <a:schemeClr val="lt1"/>
                </a:solidFill>
              </a:defRPr>
            </a:lvl4pPr>
            <a:lvl5pPr indent="-228600" lvl="4" marL="2286000" algn="l">
              <a:lnSpc>
                <a:spcPct val="90000"/>
              </a:lnSpc>
              <a:spcBef>
                <a:spcPts val="375"/>
              </a:spcBef>
              <a:spcAft>
                <a:spcPts val="0"/>
              </a:spcAft>
              <a:buClr>
                <a:schemeClr val="lt1"/>
              </a:buClr>
              <a:buSzPts val="1700"/>
              <a:buFont typeface="Arial"/>
              <a:buNone/>
              <a:defRPr b="1" sz="17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1" name="Google Shape;101;p33"/>
          <p:cNvSpPr txBox="1"/>
          <p:nvPr>
            <p:ph idx="3" type="body"/>
          </p:nvPr>
        </p:nvSpPr>
        <p:spPr>
          <a:xfrm>
            <a:off x="4349854" y="900545"/>
            <a:ext cx="1932413" cy="144087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solidFill>
                  <a:schemeClr val="lt1"/>
                </a:solidFill>
              </a:defRPr>
            </a:lvl1pPr>
            <a:lvl2pPr indent="-228600" lvl="1" marL="914400" algn="l">
              <a:lnSpc>
                <a:spcPct val="90000"/>
              </a:lnSpc>
              <a:spcBef>
                <a:spcPts val="375"/>
              </a:spcBef>
              <a:spcAft>
                <a:spcPts val="0"/>
              </a:spcAft>
              <a:buClr>
                <a:schemeClr val="lt1"/>
              </a:buClr>
              <a:buSzPts val="1000"/>
              <a:buFont typeface="Arial"/>
              <a:buNone/>
              <a:defRPr sz="1000">
                <a:solidFill>
                  <a:schemeClr val="lt1"/>
                </a:solidFill>
              </a:defRPr>
            </a:lvl2pPr>
            <a:lvl3pPr indent="-228600" lvl="2" marL="1371600" algn="l">
              <a:lnSpc>
                <a:spcPct val="90000"/>
              </a:lnSpc>
              <a:spcBef>
                <a:spcPts val="375"/>
              </a:spcBef>
              <a:spcAft>
                <a:spcPts val="0"/>
              </a:spcAft>
              <a:buClr>
                <a:schemeClr val="lt1"/>
              </a:buClr>
              <a:buSzPts val="1000"/>
              <a:buFont typeface="Arial"/>
              <a:buNone/>
              <a:defRPr sz="1000">
                <a:solidFill>
                  <a:schemeClr val="lt1"/>
                </a:solidFill>
              </a:defRPr>
            </a:lvl3pPr>
            <a:lvl4pPr indent="-228600" lvl="3" marL="1828800" algn="l">
              <a:lnSpc>
                <a:spcPct val="90000"/>
              </a:lnSpc>
              <a:spcBef>
                <a:spcPts val="375"/>
              </a:spcBef>
              <a:spcAft>
                <a:spcPts val="0"/>
              </a:spcAft>
              <a:buClr>
                <a:schemeClr val="lt1"/>
              </a:buClr>
              <a:buSzPts val="1000"/>
              <a:buFont typeface="Arial"/>
              <a:buNone/>
              <a:defRPr sz="1000">
                <a:solidFill>
                  <a:schemeClr val="lt1"/>
                </a:solidFill>
              </a:defRPr>
            </a:lvl4pPr>
            <a:lvl5pPr indent="-228600" lvl="4" marL="2286000" algn="l">
              <a:lnSpc>
                <a:spcPct val="90000"/>
              </a:lnSpc>
              <a:spcBef>
                <a:spcPts val="375"/>
              </a:spcBef>
              <a:spcAft>
                <a:spcPts val="0"/>
              </a:spcAft>
              <a:buClr>
                <a:schemeClr val="lt1"/>
              </a:buClr>
              <a:buSzPts val="1000"/>
              <a:buFont typeface="Arial"/>
              <a:buNone/>
              <a:defRPr sz="10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2" name="Google Shape;102;p33"/>
          <p:cNvSpPr/>
          <p:nvPr>
            <p:ph idx="4" type="pic"/>
          </p:nvPr>
        </p:nvSpPr>
        <p:spPr>
          <a:xfrm>
            <a:off x="4185919" y="2656415"/>
            <a:ext cx="2286000" cy="2286000"/>
          </a:xfrm>
          <a:prstGeom prst="rect">
            <a:avLst/>
          </a:prstGeom>
          <a:solidFill>
            <a:schemeClr val="lt2"/>
          </a:solidFill>
          <a:ln>
            <a:noFill/>
          </a:ln>
        </p:spPr>
      </p:sp>
      <p:sp>
        <p:nvSpPr>
          <p:cNvPr id="103" name="Google Shape;103;p33"/>
          <p:cNvSpPr/>
          <p:nvPr>
            <p:ph idx="5" type="pic"/>
          </p:nvPr>
        </p:nvSpPr>
        <p:spPr>
          <a:xfrm>
            <a:off x="6675119" y="184149"/>
            <a:ext cx="2286000" cy="2286000"/>
          </a:xfrm>
          <a:prstGeom prst="rect">
            <a:avLst/>
          </a:prstGeom>
          <a:solidFill>
            <a:schemeClr val="lt2"/>
          </a:solidFill>
          <a:ln>
            <a:noFill/>
          </a:ln>
        </p:spPr>
      </p:sp>
      <p:sp>
        <p:nvSpPr>
          <p:cNvPr id="104" name="Google Shape;104;p33"/>
          <p:cNvSpPr/>
          <p:nvPr>
            <p:ph idx="6" type="pic"/>
          </p:nvPr>
        </p:nvSpPr>
        <p:spPr>
          <a:xfrm>
            <a:off x="6675119" y="2656415"/>
            <a:ext cx="2286000" cy="2286000"/>
          </a:xfrm>
          <a:prstGeom prst="rect">
            <a:avLst/>
          </a:prstGeom>
          <a:solidFill>
            <a:schemeClr val="lt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bg>
      <p:bgPr>
        <a:solidFill>
          <a:schemeClr val="lt1"/>
        </a:solidFill>
      </p:bgPr>
    </p:bg>
    <p:spTree>
      <p:nvGrpSpPr>
        <p:cNvPr id="105" name="Shape 105"/>
        <p:cNvGrpSpPr/>
        <p:nvPr/>
      </p:nvGrpSpPr>
      <p:grpSpPr>
        <a:xfrm>
          <a:off x="0" y="0"/>
          <a:ext cx="0" cy="0"/>
          <a:chOff x="0" y="0"/>
          <a:chExt cx="0" cy="0"/>
        </a:xfrm>
      </p:grpSpPr>
      <p:sp>
        <p:nvSpPr>
          <p:cNvPr id="106" name="Google Shape;106;p34"/>
          <p:cNvSpPr txBox="1"/>
          <p:nvPr>
            <p:ph type="title"/>
          </p:nvPr>
        </p:nvSpPr>
        <p:spPr>
          <a:xfrm>
            <a:off x="437990" y="614724"/>
            <a:ext cx="8268020" cy="41821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Black"/>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34"/>
          <p:cNvSpPr/>
          <p:nvPr>
            <p:ph idx="1" type="body"/>
          </p:nvPr>
        </p:nvSpPr>
        <p:spPr>
          <a:xfrm>
            <a:off x="437991" y="1204183"/>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accent1"/>
              </a:buClr>
              <a:buSzPts val="2000"/>
              <a:buFont typeface="Arial"/>
              <a:buNone/>
              <a:defRPr sz="2000">
                <a:solidFill>
                  <a:schemeClr val="accen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8" name="Google Shape;108;p34"/>
          <p:cNvSpPr txBox="1"/>
          <p:nvPr>
            <p:ph idx="2" type="body"/>
          </p:nvPr>
        </p:nvSpPr>
        <p:spPr>
          <a:xfrm>
            <a:off x="437992" y="1753129"/>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9" name="Google Shape;109;p34"/>
          <p:cNvSpPr/>
          <p:nvPr>
            <p:ph idx="3" type="body"/>
          </p:nvPr>
        </p:nvSpPr>
        <p:spPr>
          <a:xfrm>
            <a:off x="4806950" y="1204183"/>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accent1"/>
              </a:buClr>
              <a:buSzPts val="2000"/>
              <a:buFont typeface="Arial"/>
              <a:buNone/>
              <a:defRPr sz="2000">
                <a:solidFill>
                  <a:schemeClr val="accen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0" name="Google Shape;110;p34"/>
          <p:cNvSpPr txBox="1"/>
          <p:nvPr>
            <p:ph idx="4" type="body"/>
          </p:nvPr>
        </p:nvSpPr>
        <p:spPr>
          <a:xfrm>
            <a:off x="4806951" y="1753129"/>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1" name="Google Shape;111;p34"/>
          <p:cNvSpPr/>
          <p:nvPr>
            <p:ph idx="5" type="body"/>
          </p:nvPr>
        </p:nvSpPr>
        <p:spPr>
          <a:xfrm>
            <a:off x="437991" y="2967038"/>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accent1"/>
              </a:buClr>
              <a:buSzPts val="2000"/>
              <a:buFont typeface="Arial"/>
              <a:buNone/>
              <a:defRPr sz="2000">
                <a:solidFill>
                  <a:schemeClr val="accen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2" name="Google Shape;112;p34"/>
          <p:cNvSpPr txBox="1"/>
          <p:nvPr>
            <p:ph idx="6" type="body"/>
          </p:nvPr>
        </p:nvSpPr>
        <p:spPr>
          <a:xfrm>
            <a:off x="437992" y="3515984"/>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3" name="Google Shape;113;p34"/>
          <p:cNvSpPr/>
          <p:nvPr>
            <p:ph idx="7" type="body"/>
          </p:nvPr>
        </p:nvSpPr>
        <p:spPr>
          <a:xfrm>
            <a:off x="4806950" y="2967038"/>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accent1"/>
              </a:buClr>
              <a:buSzPts val="2000"/>
              <a:buFont typeface="Arial"/>
              <a:buNone/>
              <a:defRPr sz="2000">
                <a:solidFill>
                  <a:schemeClr val="accen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4" name="Google Shape;114;p34"/>
          <p:cNvSpPr txBox="1"/>
          <p:nvPr>
            <p:ph idx="8" type="body"/>
          </p:nvPr>
        </p:nvSpPr>
        <p:spPr>
          <a:xfrm>
            <a:off x="4806951" y="3515984"/>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5" name="Google Shape;115;p34"/>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6" name="Google Shape;116;p34"/>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7" name="Google Shape;117;p34"/>
          <p:cNvSpPr txBox="1"/>
          <p:nvPr>
            <p:ph idx="9"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8" name="Google Shape;118;p34"/>
          <p:cNvSpPr/>
          <p:nvPr>
            <p:ph idx="13" type="pic"/>
          </p:nvPr>
        </p:nvSpPr>
        <p:spPr>
          <a:xfrm>
            <a:off x="7426520" y="4767263"/>
            <a:ext cx="995238" cy="273844"/>
          </a:xfrm>
          <a:prstGeom prst="rect">
            <a:avLst/>
          </a:prstGeom>
          <a:noFill/>
          <a:ln>
            <a:noFill/>
          </a:ln>
        </p:spPr>
      </p:sp>
      <p:cxnSp>
        <p:nvCxnSpPr>
          <p:cNvPr id="119" name="Google Shape;119;p34"/>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120" name="Google Shape;120;p34"/>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Description - Right">
  <p:cSld name="2_Content with Description - Right">
    <p:bg>
      <p:bgPr>
        <a:solidFill>
          <a:schemeClr val="lt1"/>
        </a:solidFill>
      </p:bgPr>
    </p:bg>
    <p:spTree>
      <p:nvGrpSpPr>
        <p:cNvPr id="121" name="Shape 121"/>
        <p:cNvGrpSpPr/>
        <p:nvPr/>
      </p:nvGrpSpPr>
      <p:grpSpPr>
        <a:xfrm>
          <a:off x="0" y="0"/>
          <a:ext cx="0" cy="0"/>
          <a:chOff x="0" y="0"/>
          <a:chExt cx="0" cy="0"/>
        </a:xfrm>
      </p:grpSpPr>
      <p:sp>
        <p:nvSpPr>
          <p:cNvPr id="122" name="Google Shape;122;p35"/>
          <p:cNvSpPr txBox="1"/>
          <p:nvPr>
            <p:ph idx="1" type="body"/>
          </p:nvPr>
        </p:nvSpPr>
        <p:spPr>
          <a:xfrm>
            <a:off x="0" y="1"/>
            <a:ext cx="5236000" cy="5143500"/>
          </a:xfrm>
          <a:prstGeom prst="rect">
            <a:avLst/>
          </a:prstGeom>
          <a:solidFill>
            <a:srgbClr val="D8D8D8"/>
          </a:solid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11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23" name="Google Shape;123;p35"/>
          <p:cNvSpPr txBox="1"/>
          <p:nvPr>
            <p:ph idx="2" type="body"/>
          </p:nvPr>
        </p:nvSpPr>
        <p:spPr>
          <a:xfrm>
            <a:off x="5725286" y="613992"/>
            <a:ext cx="2965346" cy="806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accent1"/>
              </a:buClr>
              <a:buSzPts val="2000"/>
              <a:buFont typeface="Arial"/>
              <a:buNone/>
              <a:defRPr b="1" i="0" sz="200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 name="Google Shape;124;p35"/>
          <p:cNvSpPr txBox="1"/>
          <p:nvPr>
            <p:ph idx="3" type="body"/>
          </p:nvPr>
        </p:nvSpPr>
        <p:spPr>
          <a:xfrm>
            <a:off x="5725287" y="1540933"/>
            <a:ext cx="2965346" cy="291651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5" name="Google Shape;125;p35"/>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6" name="Google Shape;126;p35"/>
          <p:cNvSpPr txBox="1"/>
          <p:nvPr>
            <p:ph idx="4"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7" name="Google Shape;127;p35"/>
          <p:cNvSpPr/>
          <p:nvPr>
            <p:ph idx="5" type="pic"/>
          </p:nvPr>
        </p:nvSpPr>
        <p:spPr>
          <a:xfrm>
            <a:off x="7426519" y="4767263"/>
            <a:ext cx="995235" cy="273844"/>
          </a:xfrm>
          <a:prstGeom prst="rect">
            <a:avLst/>
          </a:prstGeom>
          <a:noFill/>
          <a:ln>
            <a:noFill/>
          </a:ln>
        </p:spPr>
      </p:sp>
      <p:cxnSp>
        <p:nvCxnSpPr>
          <p:cNvPr id="128" name="Google Shape;128;p35"/>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129" name="Google Shape;129;p35"/>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idebar">
  <p:cSld name="1_Sidebar">
    <p:bg>
      <p:bgPr>
        <a:solidFill>
          <a:schemeClr val="lt1"/>
        </a:solidFill>
      </p:bgPr>
    </p:bg>
    <p:spTree>
      <p:nvGrpSpPr>
        <p:cNvPr id="130" name="Shape 130"/>
        <p:cNvGrpSpPr/>
        <p:nvPr/>
      </p:nvGrpSpPr>
      <p:grpSpPr>
        <a:xfrm>
          <a:off x="0" y="0"/>
          <a:ext cx="0" cy="0"/>
          <a:chOff x="0" y="0"/>
          <a:chExt cx="0" cy="0"/>
        </a:xfrm>
      </p:grpSpPr>
      <p:sp>
        <p:nvSpPr>
          <p:cNvPr id="131" name="Google Shape;131;p36"/>
          <p:cNvSpPr/>
          <p:nvPr/>
        </p:nvSpPr>
        <p:spPr>
          <a:xfrm>
            <a:off x="4979892" y="-4578"/>
            <a:ext cx="4164108" cy="5148078"/>
          </a:xfrm>
          <a:custGeom>
            <a:rect b="b" l="l" r="r" t="t"/>
            <a:pathLst>
              <a:path extrusionOk="0" h="5148078" w="4164108">
                <a:moveTo>
                  <a:pt x="0" y="0"/>
                </a:moveTo>
                <a:lnTo>
                  <a:pt x="3877235" y="0"/>
                </a:lnTo>
                <a:lnTo>
                  <a:pt x="3875837" y="4578"/>
                </a:lnTo>
                <a:lnTo>
                  <a:pt x="4164108" y="4578"/>
                </a:lnTo>
                <a:lnTo>
                  <a:pt x="4164108" y="5148078"/>
                </a:lnTo>
                <a:lnTo>
                  <a:pt x="2305520" y="5148078"/>
                </a:lnTo>
                <a:lnTo>
                  <a:pt x="2057402" y="5148078"/>
                </a:lnTo>
                <a:lnTo>
                  <a:pt x="1571715" y="514807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2" name="Google Shape;132;p36"/>
          <p:cNvSpPr txBox="1"/>
          <p:nvPr>
            <p:ph type="title"/>
          </p:nvPr>
        </p:nvSpPr>
        <p:spPr>
          <a:xfrm>
            <a:off x="437990" y="614723"/>
            <a:ext cx="4823557" cy="92208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500"/>
              <a:buFont typeface="Arial Black"/>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36"/>
          <p:cNvSpPr txBox="1"/>
          <p:nvPr>
            <p:ph idx="1" type="body"/>
          </p:nvPr>
        </p:nvSpPr>
        <p:spPr>
          <a:xfrm>
            <a:off x="437991" y="1536807"/>
            <a:ext cx="4823557" cy="309591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4" name="Google Shape;134;p36"/>
          <p:cNvSpPr txBox="1"/>
          <p:nvPr>
            <p:ph idx="2" type="body"/>
          </p:nvPr>
        </p:nvSpPr>
        <p:spPr>
          <a:xfrm>
            <a:off x="6315076" y="614722"/>
            <a:ext cx="2390934" cy="381440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200"/>
              <a:buFont typeface="Arial"/>
              <a:buNone/>
              <a:defRPr>
                <a:solidFill>
                  <a:schemeClr val="lt1"/>
                </a:solidFill>
                <a:latin typeface="Arial"/>
                <a:ea typeface="Arial"/>
                <a:cs typeface="Arial"/>
                <a:sym typeface="Arial"/>
              </a:defRPr>
            </a:lvl1pPr>
            <a:lvl2pPr indent="-228600" lvl="1" marL="914400" algn="l">
              <a:lnSpc>
                <a:spcPct val="90000"/>
              </a:lnSpc>
              <a:spcBef>
                <a:spcPts val="375"/>
              </a:spcBef>
              <a:spcAft>
                <a:spcPts val="0"/>
              </a:spcAft>
              <a:buClr>
                <a:schemeClr val="lt1"/>
              </a:buClr>
              <a:buSzPts val="1200"/>
              <a:buFont typeface="Arial"/>
              <a:buNone/>
              <a:defRPr>
                <a:solidFill>
                  <a:schemeClr val="lt1"/>
                </a:solidFill>
                <a:latin typeface="Arial"/>
                <a:ea typeface="Arial"/>
                <a:cs typeface="Arial"/>
                <a:sym typeface="Arial"/>
              </a:defRPr>
            </a:lvl2pPr>
            <a:lvl3pPr indent="-228600" lvl="2" marL="1371600" algn="l">
              <a:lnSpc>
                <a:spcPct val="90000"/>
              </a:lnSpc>
              <a:spcBef>
                <a:spcPts val="375"/>
              </a:spcBef>
              <a:spcAft>
                <a:spcPts val="0"/>
              </a:spcAft>
              <a:buClr>
                <a:schemeClr val="lt1"/>
              </a:buClr>
              <a:buSzPts val="1200"/>
              <a:buFont typeface="Arial"/>
              <a:buNone/>
              <a:defRPr>
                <a:solidFill>
                  <a:schemeClr val="lt1"/>
                </a:solidFill>
                <a:latin typeface="Arial"/>
                <a:ea typeface="Arial"/>
                <a:cs typeface="Arial"/>
                <a:sym typeface="Arial"/>
              </a:defRPr>
            </a:lvl3pPr>
            <a:lvl4pPr indent="-228600" lvl="3" marL="1828800" algn="l">
              <a:lnSpc>
                <a:spcPct val="90000"/>
              </a:lnSpc>
              <a:spcBef>
                <a:spcPts val="375"/>
              </a:spcBef>
              <a:spcAft>
                <a:spcPts val="0"/>
              </a:spcAft>
              <a:buClr>
                <a:schemeClr val="lt1"/>
              </a:buClr>
              <a:buSzPts val="1200"/>
              <a:buFont typeface="Arial"/>
              <a:buNone/>
              <a:defRPr>
                <a:solidFill>
                  <a:schemeClr val="lt1"/>
                </a:solidFill>
                <a:latin typeface="Arial"/>
                <a:ea typeface="Arial"/>
                <a:cs typeface="Arial"/>
                <a:sym typeface="Arial"/>
              </a:defRPr>
            </a:lvl4pPr>
            <a:lvl5pPr indent="-228600" lvl="4" marL="2286000" algn="l">
              <a:lnSpc>
                <a:spcPct val="90000"/>
              </a:lnSpc>
              <a:spcBef>
                <a:spcPts val="375"/>
              </a:spcBef>
              <a:spcAft>
                <a:spcPts val="0"/>
              </a:spcAft>
              <a:buClr>
                <a:schemeClr val="lt1"/>
              </a:buClr>
              <a:buSzPts val="1200"/>
              <a:buFont typeface="Arial"/>
              <a:buNone/>
              <a:defRPr>
                <a:solidFill>
                  <a:schemeClr val="lt1"/>
                </a:solidFill>
                <a:latin typeface="Arial"/>
                <a:ea typeface="Arial"/>
                <a:cs typeface="Arial"/>
                <a:sym typeface="Aria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35" name="Google Shape;135;p36"/>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icture with Caption">
  <p:cSld name="3_Picture with Caption">
    <p:spTree>
      <p:nvGrpSpPr>
        <p:cNvPr id="136" name="Shape 136"/>
        <p:cNvGrpSpPr/>
        <p:nvPr/>
      </p:nvGrpSpPr>
      <p:grpSpPr>
        <a:xfrm>
          <a:off x="0" y="0"/>
          <a:ext cx="0" cy="0"/>
          <a:chOff x="0" y="0"/>
          <a:chExt cx="0" cy="0"/>
        </a:xfrm>
      </p:grpSpPr>
      <p:sp>
        <p:nvSpPr>
          <p:cNvPr id="137" name="Google Shape;137;p37"/>
          <p:cNvSpPr/>
          <p:nvPr>
            <p:ph idx="2" type="pic"/>
          </p:nvPr>
        </p:nvSpPr>
        <p:spPr>
          <a:xfrm>
            <a:off x="182881" y="184149"/>
            <a:ext cx="8778238" cy="4758267"/>
          </a:xfrm>
          <a:prstGeom prst="rect">
            <a:avLst/>
          </a:prstGeom>
          <a:solidFill>
            <a:schemeClr val="lt2"/>
          </a:solidFill>
          <a:ln>
            <a:noFill/>
          </a:ln>
        </p:spPr>
      </p:sp>
      <p:sp>
        <p:nvSpPr>
          <p:cNvPr id="138" name="Google Shape;138;p37"/>
          <p:cNvSpPr/>
          <p:nvPr>
            <p:ph idx="3" type="pic"/>
          </p:nvPr>
        </p:nvSpPr>
        <p:spPr>
          <a:xfrm>
            <a:off x="762000" y="971550"/>
            <a:ext cx="2286000" cy="3200400"/>
          </a:xfrm>
          <a:prstGeom prst="rect">
            <a:avLst/>
          </a:prstGeom>
          <a:solidFill>
            <a:schemeClr val="lt1"/>
          </a:solidFill>
          <a:ln>
            <a:noFill/>
          </a:ln>
        </p:spPr>
      </p:sp>
      <p:sp>
        <p:nvSpPr>
          <p:cNvPr id="139" name="Google Shape;139;p37"/>
          <p:cNvSpPr txBox="1"/>
          <p:nvPr>
            <p:ph idx="1" type="body"/>
          </p:nvPr>
        </p:nvSpPr>
        <p:spPr>
          <a:xfrm>
            <a:off x="945724" y="1218672"/>
            <a:ext cx="1932413" cy="676802"/>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750"/>
              </a:spcBef>
              <a:spcAft>
                <a:spcPts val="0"/>
              </a:spcAft>
              <a:buClr>
                <a:schemeClr val="accent1"/>
              </a:buClr>
              <a:buSzPts val="1400"/>
              <a:buFont typeface="Arial"/>
              <a:buNone/>
              <a:defRPr b="1" i="0" sz="140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lt1"/>
              </a:buClr>
              <a:buSzPts val="1700"/>
              <a:buFont typeface="Arial"/>
              <a:buNone/>
              <a:defRPr b="1" sz="1700">
                <a:solidFill>
                  <a:schemeClr val="lt1"/>
                </a:solidFill>
              </a:defRPr>
            </a:lvl2pPr>
            <a:lvl3pPr indent="-228600" lvl="2" marL="1371600" algn="l">
              <a:lnSpc>
                <a:spcPct val="90000"/>
              </a:lnSpc>
              <a:spcBef>
                <a:spcPts val="375"/>
              </a:spcBef>
              <a:spcAft>
                <a:spcPts val="0"/>
              </a:spcAft>
              <a:buClr>
                <a:schemeClr val="lt1"/>
              </a:buClr>
              <a:buSzPts val="1700"/>
              <a:buFont typeface="Arial"/>
              <a:buNone/>
              <a:defRPr b="1" sz="1700">
                <a:solidFill>
                  <a:schemeClr val="lt1"/>
                </a:solidFill>
              </a:defRPr>
            </a:lvl3pPr>
            <a:lvl4pPr indent="-228600" lvl="3" marL="1828800" algn="l">
              <a:lnSpc>
                <a:spcPct val="90000"/>
              </a:lnSpc>
              <a:spcBef>
                <a:spcPts val="375"/>
              </a:spcBef>
              <a:spcAft>
                <a:spcPts val="0"/>
              </a:spcAft>
              <a:buClr>
                <a:schemeClr val="lt1"/>
              </a:buClr>
              <a:buSzPts val="1700"/>
              <a:buFont typeface="Arial"/>
              <a:buNone/>
              <a:defRPr b="1" sz="1700">
                <a:solidFill>
                  <a:schemeClr val="lt1"/>
                </a:solidFill>
              </a:defRPr>
            </a:lvl4pPr>
            <a:lvl5pPr indent="-228600" lvl="4" marL="2286000" algn="l">
              <a:lnSpc>
                <a:spcPct val="90000"/>
              </a:lnSpc>
              <a:spcBef>
                <a:spcPts val="375"/>
              </a:spcBef>
              <a:spcAft>
                <a:spcPts val="0"/>
              </a:spcAft>
              <a:buClr>
                <a:schemeClr val="lt1"/>
              </a:buClr>
              <a:buSzPts val="1700"/>
              <a:buFont typeface="Arial"/>
              <a:buNone/>
              <a:defRPr b="1" sz="17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0" name="Google Shape;140;p37"/>
          <p:cNvSpPr txBox="1"/>
          <p:nvPr>
            <p:ph idx="4" type="body"/>
          </p:nvPr>
        </p:nvSpPr>
        <p:spPr>
          <a:xfrm>
            <a:off x="946253" y="1895474"/>
            <a:ext cx="1932413" cy="209708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750"/>
              </a:spcBef>
              <a:spcAft>
                <a:spcPts val="0"/>
              </a:spcAft>
              <a:buClr>
                <a:schemeClr val="dk1"/>
              </a:buClr>
              <a:buSzPts val="1000"/>
              <a:buFont typeface="Arial"/>
              <a:buNone/>
              <a:defRPr sz="1000">
                <a:solidFill>
                  <a:schemeClr val="dk1"/>
                </a:solidFill>
              </a:defRPr>
            </a:lvl1pPr>
            <a:lvl2pPr indent="-228600" lvl="1" marL="914400" algn="l">
              <a:lnSpc>
                <a:spcPct val="90000"/>
              </a:lnSpc>
              <a:spcBef>
                <a:spcPts val="375"/>
              </a:spcBef>
              <a:spcAft>
                <a:spcPts val="0"/>
              </a:spcAft>
              <a:buClr>
                <a:schemeClr val="dk1"/>
              </a:buClr>
              <a:buSzPts val="1000"/>
              <a:buFont typeface="Arial"/>
              <a:buNone/>
              <a:defRPr sz="1000">
                <a:solidFill>
                  <a:schemeClr val="dk1"/>
                </a:solidFill>
              </a:defRPr>
            </a:lvl2pPr>
            <a:lvl3pPr indent="-228600" lvl="2" marL="1371600" algn="l">
              <a:lnSpc>
                <a:spcPct val="90000"/>
              </a:lnSpc>
              <a:spcBef>
                <a:spcPts val="375"/>
              </a:spcBef>
              <a:spcAft>
                <a:spcPts val="0"/>
              </a:spcAft>
              <a:buClr>
                <a:schemeClr val="dk1"/>
              </a:buClr>
              <a:buSzPts val="1000"/>
              <a:buFont typeface="Arial"/>
              <a:buNone/>
              <a:defRPr sz="1000">
                <a:solidFill>
                  <a:schemeClr val="dk1"/>
                </a:solidFill>
              </a:defRPr>
            </a:lvl3pPr>
            <a:lvl4pPr indent="-228600" lvl="3" marL="1828800" algn="l">
              <a:lnSpc>
                <a:spcPct val="90000"/>
              </a:lnSpc>
              <a:spcBef>
                <a:spcPts val="375"/>
              </a:spcBef>
              <a:spcAft>
                <a:spcPts val="0"/>
              </a:spcAft>
              <a:buClr>
                <a:schemeClr val="dk1"/>
              </a:buClr>
              <a:buSzPts val="1000"/>
              <a:buFont typeface="Arial"/>
              <a:buNone/>
              <a:defRPr sz="1000">
                <a:solidFill>
                  <a:schemeClr val="dk1"/>
                </a:solidFill>
              </a:defRPr>
            </a:lvl4pPr>
            <a:lvl5pPr indent="-228600" lvl="4" marL="2286000" algn="l">
              <a:lnSpc>
                <a:spcPct val="90000"/>
              </a:lnSpc>
              <a:spcBef>
                <a:spcPts val="375"/>
              </a:spcBef>
              <a:spcAft>
                <a:spcPts val="0"/>
              </a:spcAft>
              <a:buClr>
                <a:schemeClr val="dk1"/>
              </a:buClr>
              <a:buSzPts val="1000"/>
              <a:buFont typeface="Arial"/>
              <a:buNone/>
              <a:defRPr sz="1000">
                <a:solidFill>
                  <a:schemeClr val="dk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icture with Caption">
  <p:cSld name="4_Picture with Caption">
    <p:spTree>
      <p:nvGrpSpPr>
        <p:cNvPr id="141" name="Shape 141"/>
        <p:cNvGrpSpPr/>
        <p:nvPr/>
      </p:nvGrpSpPr>
      <p:grpSpPr>
        <a:xfrm>
          <a:off x="0" y="0"/>
          <a:ext cx="0" cy="0"/>
          <a:chOff x="0" y="0"/>
          <a:chExt cx="0" cy="0"/>
        </a:xfrm>
      </p:grpSpPr>
      <p:sp>
        <p:nvSpPr>
          <p:cNvPr id="142" name="Google Shape;142;p41"/>
          <p:cNvSpPr/>
          <p:nvPr/>
        </p:nvSpPr>
        <p:spPr>
          <a:xfrm>
            <a:off x="0" y="0"/>
            <a:ext cx="9143333" cy="51435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3" name="Google Shape;143;p41"/>
          <p:cNvSpPr/>
          <p:nvPr>
            <p:ph idx="2" type="pic"/>
          </p:nvPr>
        </p:nvSpPr>
        <p:spPr>
          <a:xfrm>
            <a:off x="5266765" y="0"/>
            <a:ext cx="3877235" cy="5143500"/>
          </a:xfrm>
          <a:prstGeom prst="rect">
            <a:avLst/>
          </a:prstGeom>
          <a:solidFill>
            <a:schemeClr val="lt2"/>
          </a:solidFill>
          <a:ln>
            <a:noFill/>
          </a:ln>
        </p:spPr>
      </p:sp>
      <p:sp>
        <p:nvSpPr>
          <p:cNvPr id="144" name="Google Shape;144;p41"/>
          <p:cNvSpPr txBox="1"/>
          <p:nvPr>
            <p:ph idx="1" type="body"/>
          </p:nvPr>
        </p:nvSpPr>
        <p:spPr>
          <a:xfrm>
            <a:off x="605382" y="744718"/>
            <a:ext cx="4428532" cy="1014412"/>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750"/>
              </a:spcBef>
              <a:spcAft>
                <a:spcPts val="0"/>
              </a:spcAft>
              <a:buClr>
                <a:schemeClr val="lt1"/>
              </a:buClr>
              <a:buSzPts val="2500"/>
              <a:buFont typeface="Arial Black"/>
              <a:buNone/>
              <a:defRPr b="1" i="0" sz="2500" cap="none">
                <a:solidFill>
                  <a:schemeClr val="lt1"/>
                </a:solidFill>
                <a:latin typeface="Arial Black"/>
                <a:ea typeface="Arial Black"/>
                <a:cs typeface="Arial Black"/>
                <a:sym typeface="Arial Black"/>
              </a:defRPr>
            </a:lvl1pPr>
            <a:lvl2pPr indent="-228600" lvl="1" marL="914400" algn="l">
              <a:lnSpc>
                <a:spcPct val="90000"/>
              </a:lnSpc>
              <a:spcBef>
                <a:spcPts val="375"/>
              </a:spcBef>
              <a:spcAft>
                <a:spcPts val="0"/>
              </a:spcAft>
              <a:buClr>
                <a:schemeClr val="lt1"/>
              </a:buClr>
              <a:buSzPts val="1700"/>
              <a:buFont typeface="Arial"/>
              <a:buNone/>
              <a:defRPr b="1" sz="1700">
                <a:solidFill>
                  <a:schemeClr val="lt1"/>
                </a:solidFill>
              </a:defRPr>
            </a:lvl2pPr>
            <a:lvl3pPr indent="-228600" lvl="2" marL="1371600" algn="l">
              <a:lnSpc>
                <a:spcPct val="90000"/>
              </a:lnSpc>
              <a:spcBef>
                <a:spcPts val="375"/>
              </a:spcBef>
              <a:spcAft>
                <a:spcPts val="0"/>
              </a:spcAft>
              <a:buClr>
                <a:schemeClr val="lt1"/>
              </a:buClr>
              <a:buSzPts val="1700"/>
              <a:buFont typeface="Arial"/>
              <a:buNone/>
              <a:defRPr b="1" sz="1700">
                <a:solidFill>
                  <a:schemeClr val="lt1"/>
                </a:solidFill>
              </a:defRPr>
            </a:lvl3pPr>
            <a:lvl4pPr indent="-228600" lvl="3" marL="1828800" algn="l">
              <a:lnSpc>
                <a:spcPct val="90000"/>
              </a:lnSpc>
              <a:spcBef>
                <a:spcPts val="375"/>
              </a:spcBef>
              <a:spcAft>
                <a:spcPts val="0"/>
              </a:spcAft>
              <a:buClr>
                <a:schemeClr val="lt1"/>
              </a:buClr>
              <a:buSzPts val="1700"/>
              <a:buFont typeface="Arial"/>
              <a:buNone/>
              <a:defRPr b="1" sz="1700">
                <a:solidFill>
                  <a:schemeClr val="lt1"/>
                </a:solidFill>
              </a:defRPr>
            </a:lvl4pPr>
            <a:lvl5pPr indent="-228600" lvl="4" marL="2286000" algn="l">
              <a:lnSpc>
                <a:spcPct val="90000"/>
              </a:lnSpc>
              <a:spcBef>
                <a:spcPts val="375"/>
              </a:spcBef>
              <a:spcAft>
                <a:spcPts val="0"/>
              </a:spcAft>
              <a:buClr>
                <a:schemeClr val="lt1"/>
              </a:buClr>
              <a:buSzPts val="1700"/>
              <a:buFont typeface="Arial"/>
              <a:buNone/>
              <a:defRPr b="1" sz="17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41"/>
          <p:cNvSpPr txBox="1"/>
          <p:nvPr>
            <p:ph idx="3" type="body"/>
          </p:nvPr>
        </p:nvSpPr>
        <p:spPr>
          <a:xfrm>
            <a:off x="605382" y="1865234"/>
            <a:ext cx="4428532" cy="2659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200"/>
              <a:buFont typeface="Arial"/>
              <a:buNone/>
              <a:defRPr>
                <a:solidFill>
                  <a:schemeClr val="lt1"/>
                </a:solidFill>
              </a:defRPr>
            </a:lvl1pPr>
            <a:lvl2pPr indent="-228600" lvl="1" marL="914400" algn="ctr">
              <a:lnSpc>
                <a:spcPct val="90000"/>
              </a:lnSpc>
              <a:spcBef>
                <a:spcPts val="375"/>
              </a:spcBef>
              <a:spcAft>
                <a:spcPts val="0"/>
              </a:spcAft>
              <a:buClr>
                <a:schemeClr val="dk1"/>
              </a:buClr>
              <a:buSzPts val="1200"/>
              <a:buFont typeface="Arial"/>
              <a:buNone/>
              <a:defRPr>
                <a:solidFill>
                  <a:schemeClr val="dk1"/>
                </a:solidFill>
              </a:defRPr>
            </a:lvl2pPr>
            <a:lvl3pPr indent="-228600" lvl="2" marL="1371600" algn="ctr">
              <a:lnSpc>
                <a:spcPct val="90000"/>
              </a:lnSpc>
              <a:spcBef>
                <a:spcPts val="375"/>
              </a:spcBef>
              <a:spcAft>
                <a:spcPts val="0"/>
              </a:spcAft>
              <a:buClr>
                <a:schemeClr val="dk1"/>
              </a:buClr>
              <a:buSzPts val="1200"/>
              <a:buFont typeface="Arial"/>
              <a:buNone/>
              <a:defRPr>
                <a:solidFill>
                  <a:schemeClr val="dk1"/>
                </a:solidFill>
              </a:defRPr>
            </a:lvl3pPr>
            <a:lvl4pPr indent="-228600" lvl="3" marL="1828800" algn="ctr">
              <a:lnSpc>
                <a:spcPct val="90000"/>
              </a:lnSpc>
              <a:spcBef>
                <a:spcPts val="375"/>
              </a:spcBef>
              <a:spcAft>
                <a:spcPts val="0"/>
              </a:spcAft>
              <a:buClr>
                <a:schemeClr val="dk1"/>
              </a:buClr>
              <a:buSzPts val="1200"/>
              <a:buFont typeface="Arial"/>
              <a:buNone/>
              <a:defRPr>
                <a:solidFill>
                  <a:schemeClr val="dk1"/>
                </a:solidFill>
              </a:defRPr>
            </a:lvl4pPr>
            <a:lvl5pPr indent="-228600" lvl="4" marL="2286000" algn="ctr">
              <a:lnSpc>
                <a:spcPct val="90000"/>
              </a:lnSpc>
              <a:spcBef>
                <a:spcPts val="375"/>
              </a:spcBef>
              <a:spcAft>
                <a:spcPts val="0"/>
              </a:spcAft>
              <a:buClr>
                <a:schemeClr val="dk1"/>
              </a:buClr>
              <a:buSzPts val="1200"/>
              <a:buFont typeface="Arial"/>
              <a:buNone/>
              <a:defRPr>
                <a:solidFill>
                  <a:schemeClr val="dk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6" name="Google Shape;146;p41"/>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lt1"/>
        </a:solidFill>
      </p:bgPr>
    </p:bg>
    <p:spTree>
      <p:nvGrpSpPr>
        <p:cNvPr id="147" name="Shape 147"/>
        <p:cNvGrpSpPr/>
        <p:nvPr/>
      </p:nvGrpSpPr>
      <p:grpSpPr>
        <a:xfrm>
          <a:off x="0" y="0"/>
          <a:ext cx="0" cy="0"/>
          <a:chOff x="0" y="0"/>
          <a:chExt cx="0" cy="0"/>
        </a:xfrm>
      </p:grpSpPr>
      <p:sp>
        <p:nvSpPr>
          <p:cNvPr id="148" name="Google Shape;148;p42"/>
          <p:cNvSpPr txBox="1"/>
          <p:nvPr>
            <p:ph type="title"/>
          </p:nvPr>
        </p:nvSpPr>
        <p:spPr>
          <a:xfrm>
            <a:off x="437990" y="614723"/>
            <a:ext cx="8268020" cy="926208"/>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42"/>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0" name="Google Shape;150;p42"/>
          <p:cNvSpPr txBox="1"/>
          <p:nvPr>
            <p:ph idx="2" type="body"/>
          </p:nvPr>
        </p:nvSpPr>
        <p:spPr>
          <a:xfrm>
            <a:off x="437990" y="1540933"/>
            <a:ext cx="4010105" cy="309179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42"/>
          <p:cNvSpPr txBox="1"/>
          <p:nvPr>
            <p:ph idx="3" type="body"/>
          </p:nvPr>
        </p:nvSpPr>
        <p:spPr>
          <a:xfrm>
            <a:off x="4710722" y="1540931"/>
            <a:ext cx="4010105" cy="309179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2" name="Google Shape;152;p42"/>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3" name="Google Shape;153;p42"/>
          <p:cNvSpPr txBox="1"/>
          <p:nvPr>
            <p:ph idx="4"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4" name="Google Shape;154;p42"/>
          <p:cNvSpPr/>
          <p:nvPr>
            <p:ph idx="5" type="pic"/>
          </p:nvPr>
        </p:nvSpPr>
        <p:spPr>
          <a:xfrm>
            <a:off x="7426519" y="4767263"/>
            <a:ext cx="995235" cy="273844"/>
          </a:xfrm>
          <a:prstGeom prst="rect">
            <a:avLst/>
          </a:prstGeom>
          <a:noFill/>
          <a:ln>
            <a:noFill/>
          </a:ln>
        </p:spPr>
      </p:sp>
      <p:cxnSp>
        <p:nvCxnSpPr>
          <p:cNvPr id="155" name="Google Shape;155;p42"/>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156" name="Google Shape;156;p42"/>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 Cover">
  <p:cSld name="Back Cover">
    <p:spTree>
      <p:nvGrpSpPr>
        <p:cNvPr id="157" name="Shape 157"/>
        <p:cNvGrpSpPr/>
        <p:nvPr/>
      </p:nvGrpSpPr>
      <p:grpSpPr>
        <a:xfrm>
          <a:off x="0" y="0"/>
          <a:ext cx="0" cy="0"/>
          <a:chOff x="0" y="0"/>
          <a:chExt cx="0" cy="0"/>
        </a:xfrm>
      </p:grpSpPr>
      <p:pic>
        <p:nvPicPr>
          <p:cNvPr id="158" name="Google Shape;158;p4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59" name="Google Shape;159;p43"/>
          <p:cNvSpPr txBox="1"/>
          <p:nvPr>
            <p:ph type="title"/>
          </p:nvPr>
        </p:nvSpPr>
        <p:spPr>
          <a:xfrm>
            <a:off x="530614" y="91974"/>
            <a:ext cx="4525513" cy="2354940"/>
          </a:xfrm>
          <a:prstGeom prst="rect">
            <a:avLst/>
          </a:prstGeom>
          <a:noFill/>
          <a:ln>
            <a:noFill/>
          </a:ln>
        </p:spPr>
        <p:txBody>
          <a:bodyPr anchorCtr="0" anchor="b" bIns="45700" lIns="91425" spcFirstLastPara="1" rIns="91425" wrap="square" tIns="45700">
            <a:noAutofit/>
          </a:bodyPr>
          <a:lstStyle>
            <a:lvl1pPr lvl="0" algn="l">
              <a:lnSpc>
                <a:spcPct val="83333"/>
              </a:lnSpc>
              <a:spcBef>
                <a:spcPts val="0"/>
              </a:spcBef>
              <a:spcAft>
                <a:spcPts val="0"/>
              </a:spcAft>
              <a:buClr>
                <a:schemeClr val="dk1"/>
              </a:buClr>
              <a:buSzPts val="4800"/>
              <a:buFont typeface="Arial Black"/>
              <a:buNone/>
              <a:defRPr b="1" i="0" sz="4800">
                <a:solidFill>
                  <a:schemeClr val="dk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60" name="Google Shape;160;p43"/>
          <p:cNvCxnSpPr/>
          <p:nvPr/>
        </p:nvCxnSpPr>
        <p:spPr>
          <a:xfrm>
            <a:off x="651684" y="2524910"/>
            <a:ext cx="4105960" cy="0"/>
          </a:xfrm>
          <a:prstGeom prst="straightConnector1">
            <a:avLst/>
          </a:prstGeom>
          <a:noFill/>
          <a:ln cap="flat" cmpd="sng" w="19050">
            <a:solidFill>
              <a:schemeClr val="lt2"/>
            </a:solidFill>
            <a:prstDash val="solid"/>
            <a:miter lim="800000"/>
            <a:headEnd len="sm" w="sm" type="none"/>
            <a:tailEnd len="sm" w="sm" type="none"/>
          </a:ln>
        </p:spPr>
      </p:cxnSp>
      <p:pic>
        <p:nvPicPr>
          <p:cNvPr id="161" name="Google Shape;161;p43"/>
          <p:cNvPicPr preferRelativeResize="0"/>
          <p:nvPr/>
        </p:nvPicPr>
        <p:blipFill rotWithShape="1">
          <a:blip r:embed="rId3">
            <a:alphaModFix/>
          </a:blip>
          <a:srcRect b="0" l="0" r="0" t="0"/>
          <a:stretch/>
        </p:blipFill>
        <p:spPr>
          <a:xfrm>
            <a:off x="651684" y="2839617"/>
            <a:ext cx="1386658" cy="439768"/>
          </a:xfrm>
          <a:prstGeom prst="rect">
            <a:avLst/>
          </a:prstGeom>
          <a:noFill/>
          <a:ln>
            <a:noFill/>
          </a:ln>
        </p:spPr>
      </p:pic>
      <p:sp>
        <p:nvSpPr>
          <p:cNvPr id="162" name="Google Shape;162;p43"/>
          <p:cNvSpPr txBox="1"/>
          <p:nvPr/>
        </p:nvSpPr>
        <p:spPr>
          <a:xfrm>
            <a:off x="2595153" y="2859415"/>
            <a:ext cx="1348385" cy="400171"/>
          </a:xfrm>
          <a:prstGeom prst="rect">
            <a:avLst/>
          </a:prstGeom>
          <a:noFill/>
          <a:ln>
            <a:noFill/>
          </a:ln>
        </p:spPr>
        <p:txBody>
          <a:bodyPr anchorCtr="0" anchor="b" bIns="45700" lIns="91425" spcFirstLastPara="1" rIns="91425" wrap="square" tIns="45700">
            <a:noAutofit/>
          </a:bodyPr>
          <a:lstStyle/>
          <a:p>
            <a:pPr indent="0" lvl="0" marL="0" marR="0" rtl="0" algn="l">
              <a:lnSpc>
                <a:spcPct val="266666"/>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#AHA25</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peakers">
  <p:cSld name="3_Speakers">
    <p:bg>
      <p:bgPr>
        <a:solidFill>
          <a:schemeClr val="lt1"/>
        </a:solidFill>
      </p:bgPr>
    </p:bg>
    <p:spTree>
      <p:nvGrpSpPr>
        <p:cNvPr id="163" name="Shape 163"/>
        <p:cNvGrpSpPr/>
        <p:nvPr/>
      </p:nvGrpSpPr>
      <p:grpSpPr>
        <a:xfrm>
          <a:off x="0" y="0"/>
          <a:ext cx="0" cy="0"/>
          <a:chOff x="0" y="0"/>
          <a:chExt cx="0" cy="0"/>
        </a:xfrm>
      </p:grpSpPr>
      <p:sp>
        <p:nvSpPr>
          <p:cNvPr id="164" name="Google Shape;164;p44"/>
          <p:cNvSpPr/>
          <p:nvPr/>
        </p:nvSpPr>
        <p:spPr>
          <a:xfrm>
            <a:off x="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descr="Circle headshot 1" id="165" name="Google Shape;165;p44"/>
          <p:cNvSpPr/>
          <p:nvPr>
            <p:ph idx="2" type="pic"/>
          </p:nvPr>
        </p:nvSpPr>
        <p:spPr>
          <a:xfrm>
            <a:off x="394568" y="475555"/>
            <a:ext cx="1297175" cy="1297175"/>
          </a:xfrm>
          <a:prstGeom prst="ellipse">
            <a:avLst/>
          </a:prstGeom>
          <a:noFill/>
          <a:ln cap="flat" cmpd="sng" w="9525">
            <a:solidFill>
              <a:schemeClr val="lt1"/>
            </a:solidFill>
            <a:prstDash val="solid"/>
            <a:round/>
            <a:headEnd len="sm" w="sm" type="none"/>
            <a:tailEnd len="sm" w="sm" type="none"/>
          </a:ln>
        </p:spPr>
      </p:sp>
      <p:sp>
        <p:nvSpPr>
          <p:cNvPr descr="Speaker name 1" id="166" name="Google Shape;166;p44"/>
          <p:cNvSpPr txBox="1"/>
          <p:nvPr>
            <p:ph idx="1" type="body"/>
          </p:nvPr>
        </p:nvSpPr>
        <p:spPr>
          <a:xfrm>
            <a:off x="1995616" y="1266736"/>
            <a:ext cx="2226318" cy="33715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400"/>
              <a:buFont typeface="Arial Black"/>
              <a:buNone/>
              <a:defRPr b="1" i="0" sz="1400" cap="none">
                <a:solidFill>
                  <a:schemeClr val="lt1"/>
                </a:solidFill>
                <a:latin typeface="Arial Black"/>
                <a:ea typeface="Arial Black"/>
                <a:cs typeface="Arial Black"/>
                <a:sym typeface="Arial Black"/>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Speaker title 1" id="167" name="Google Shape;167;p44"/>
          <p:cNvSpPr txBox="1"/>
          <p:nvPr>
            <p:ph idx="3" type="body"/>
          </p:nvPr>
        </p:nvSpPr>
        <p:spPr>
          <a:xfrm>
            <a:off x="1995616" y="1515979"/>
            <a:ext cx="2226318"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200"/>
              <a:buFont typeface="Arial"/>
              <a:buNone/>
              <a:defRPr b="1" sz="12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168" name="Google Shape;168;p44"/>
          <p:cNvCxnSpPr/>
          <p:nvPr/>
        </p:nvCxnSpPr>
        <p:spPr>
          <a:xfrm>
            <a:off x="329709" y="1968061"/>
            <a:ext cx="3892225" cy="0"/>
          </a:xfrm>
          <a:prstGeom prst="straightConnector1">
            <a:avLst/>
          </a:prstGeom>
          <a:noFill/>
          <a:ln cap="flat" cmpd="sng" w="9525">
            <a:solidFill>
              <a:schemeClr val="lt1"/>
            </a:solidFill>
            <a:prstDash val="solid"/>
            <a:miter lim="800000"/>
            <a:headEnd len="sm" w="sm" type="none"/>
            <a:tailEnd len="sm" w="sm" type="none"/>
          </a:ln>
        </p:spPr>
      </p:cxnSp>
      <p:sp>
        <p:nvSpPr>
          <p:cNvPr descr="Content Textbox 1" id="169" name="Google Shape;169;p44"/>
          <p:cNvSpPr txBox="1"/>
          <p:nvPr>
            <p:ph idx="4" type="body"/>
          </p:nvPr>
        </p:nvSpPr>
        <p:spPr>
          <a:xfrm>
            <a:off x="329709" y="2116668"/>
            <a:ext cx="3892225" cy="240882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Circle Headshot 2" id="170" name="Google Shape;170;p44"/>
          <p:cNvSpPr/>
          <p:nvPr>
            <p:ph idx="5" type="pic"/>
          </p:nvPr>
        </p:nvSpPr>
        <p:spPr>
          <a:xfrm>
            <a:off x="5022094" y="475555"/>
            <a:ext cx="1297175" cy="1297175"/>
          </a:xfrm>
          <a:prstGeom prst="ellipse">
            <a:avLst/>
          </a:prstGeom>
          <a:noFill/>
          <a:ln cap="flat" cmpd="sng" w="9525">
            <a:solidFill>
              <a:schemeClr val="accent1"/>
            </a:solidFill>
            <a:prstDash val="solid"/>
            <a:round/>
            <a:headEnd len="sm" w="sm" type="none"/>
            <a:tailEnd len="sm" w="sm" type="none"/>
          </a:ln>
        </p:spPr>
      </p:sp>
      <p:sp>
        <p:nvSpPr>
          <p:cNvPr descr="Speaker name " id="171" name="Google Shape;171;p44"/>
          <p:cNvSpPr txBox="1"/>
          <p:nvPr>
            <p:ph idx="6" type="body"/>
          </p:nvPr>
        </p:nvSpPr>
        <p:spPr>
          <a:xfrm>
            <a:off x="6623142" y="1247195"/>
            <a:ext cx="2226318" cy="37623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400"/>
              <a:buFont typeface="Arial Black"/>
              <a:buNone/>
              <a:defRPr b="1" sz="1400">
                <a:solidFill>
                  <a:schemeClr val="accent1"/>
                </a:solidFill>
                <a:latin typeface="Arial Black"/>
                <a:ea typeface="Arial Black"/>
                <a:cs typeface="Arial Black"/>
                <a:sym typeface="Arial Black"/>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Speaker title 2 " id="172" name="Google Shape;172;p44"/>
          <p:cNvSpPr txBox="1"/>
          <p:nvPr>
            <p:ph idx="7" type="body"/>
          </p:nvPr>
        </p:nvSpPr>
        <p:spPr>
          <a:xfrm>
            <a:off x="6623142" y="1515979"/>
            <a:ext cx="2226318"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4"/>
              </a:buClr>
              <a:buSzPts val="1200"/>
              <a:buFont typeface="Arial"/>
              <a:buNone/>
              <a:defRPr b="1" sz="12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173" name="Google Shape;173;p44"/>
          <p:cNvCxnSpPr/>
          <p:nvPr/>
        </p:nvCxnSpPr>
        <p:spPr>
          <a:xfrm>
            <a:off x="4957235" y="1968061"/>
            <a:ext cx="3892225" cy="0"/>
          </a:xfrm>
          <a:prstGeom prst="straightConnector1">
            <a:avLst/>
          </a:prstGeom>
          <a:noFill/>
          <a:ln cap="flat" cmpd="sng" w="9525">
            <a:solidFill>
              <a:schemeClr val="accent1"/>
            </a:solidFill>
            <a:prstDash val="solid"/>
            <a:miter lim="800000"/>
            <a:headEnd len="sm" w="sm" type="none"/>
            <a:tailEnd len="sm" w="sm" type="none"/>
          </a:ln>
        </p:spPr>
      </p:cxnSp>
      <p:sp>
        <p:nvSpPr>
          <p:cNvPr descr="Content Textbox 2 " id="174" name="Google Shape;174;p44"/>
          <p:cNvSpPr txBox="1"/>
          <p:nvPr>
            <p:ph idx="8" type="body"/>
          </p:nvPr>
        </p:nvSpPr>
        <p:spPr>
          <a:xfrm>
            <a:off x="4957235" y="2116668"/>
            <a:ext cx="3892225" cy="240882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Footer placeholder 1" id="175" name="Google Shape;175;p44"/>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descr="Footer placeholder 2" id="176" name="Google Shape;176;p44"/>
          <p:cNvSpPr txBox="1"/>
          <p:nvPr>
            <p:ph idx="9"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descr="Logo placeholder&#10;" id="177" name="Google Shape;177;p44"/>
          <p:cNvSpPr/>
          <p:nvPr>
            <p:ph idx="13" type="pic"/>
          </p:nvPr>
        </p:nvSpPr>
        <p:spPr>
          <a:xfrm>
            <a:off x="7426519" y="4767263"/>
            <a:ext cx="995235" cy="273844"/>
          </a:xfrm>
          <a:prstGeom prst="rect">
            <a:avLst/>
          </a:prstGeom>
          <a:noFill/>
          <a:ln>
            <a:noFill/>
          </a:ln>
        </p:spPr>
      </p:sp>
      <p:cxnSp>
        <p:nvCxnSpPr>
          <p:cNvPr id="178" name="Google Shape;178;p44"/>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descr="Slide Number Placeholder " id="179" name="Google Shape;179;p44"/>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ultiple Speakers">
  <p:cSld name="3_Multiple Speakers">
    <p:bg>
      <p:bgPr>
        <a:solidFill>
          <a:schemeClr val="lt1"/>
        </a:solidFill>
      </p:bgPr>
    </p:bg>
    <p:spTree>
      <p:nvGrpSpPr>
        <p:cNvPr id="180" name="Shape 180"/>
        <p:cNvGrpSpPr/>
        <p:nvPr/>
      </p:nvGrpSpPr>
      <p:grpSpPr>
        <a:xfrm>
          <a:off x="0" y="0"/>
          <a:ext cx="0" cy="0"/>
          <a:chOff x="0" y="0"/>
          <a:chExt cx="0" cy="0"/>
        </a:xfrm>
      </p:grpSpPr>
      <p:sp>
        <p:nvSpPr>
          <p:cNvPr id="181" name="Google Shape;181;p45"/>
          <p:cNvSpPr/>
          <p:nvPr>
            <p:ph idx="2" type="pic"/>
          </p:nvPr>
        </p:nvSpPr>
        <p:spPr>
          <a:xfrm>
            <a:off x="3146018" y="2698533"/>
            <a:ext cx="1153419" cy="1153410"/>
          </a:xfrm>
          <a:prstGeom prst="ellipse">
            <a:avLst/>
          </a:prstGeom>
          <a:noFill/>
          <a:ln cap="flat" cmpd="sng" w="19050">
            <a:solidFill>
              <a:schemeClr val="accent1"/>
            </a:solidFill>
            <a:prstDash val="solid"/>
            <a:round/>
            <a:headEnd len="sm" w="sm" type="none"/>
            <a:tailEnd len="sm" w="sm" type="none"/>
          </a:ln>
        </p:spPr>
      </p:sp>
      <p:sp>
        <p:nvSpPr>
          <p:cNvPr id="182" name="Google Shape;182;p45"/>
          <p:cNvSpPr/>
          <p:nvPr>
            <p:ph idx="3" type="pic"/>
          </p:nvPr>
        </p:nvSpPr>
        <p:spPr>
          <a:xfrm>
            <a:off x="7554542" y="2698533"/>
            <a:ext cx="1153419" cy="1153413"/>
          </a:xfrm>
          <a:prstGeom prst="ellipse">
            <a:avLst/>
          </a:prstGeom>
          <a:noFill/>
          <a:ln cap="flat" cmpd="sng" w="19050">
            <a:solidFill>
              <a:schemeClr val="accent1"/>
            </a:solidFill>
            <a:prstDash val="solid"/>
            <a:round/>
            <a:headEnd len="sm" w="sm" type="none"/>
            <a:tailEnd len="sm" w="sm" type="none"/>
          </a:ln>
        </p:spPr>
      </p:sp>
      <p:sp>
        <p:nvSpPr>
          <p:cNvPr id="183" name="Google Shape;183;p45"/>
          <p:cNvSpPr/>
          <p:nvPr>
            <p:ph idx="4" type="pic"/>
          </p:nvPr>
        </p:nvSpPr>
        <p:spPr>
          <a:xfrm>
            <a:off x="4842355" y="552084"/>
            <a:ext cx="1153419" cy="1151130"/>
          </a:xfrm>
          <a:prstGeom prst="ellipse">
            <a:avLst/>
          </a:prstGeom>
          <a:noFill/>
          <a:ln cap="flat" cmpd="sng" w="19050">
            <a:solidFill>
              <a:schemeClr val="accent1"/>
            </a:solidFill>
            <a:prstDash val="solid"/>
            <a:round/>
            <a:headEnd len="sm" w="sm" type="none"/>
            <a:tailEnd len="sm" w="sm" type="none"/>
          </a:ln>
        </p:spPr>
      </p:sp>
      <p:sp>
        <p:nvSpPr>
          <p:cNvPr id="184" name="Google Shape;184;p45"/>
          <p:cNvSpPr/>
          <p:nvPr>
            <p:ph idx="5" type="pic"/>
          </p:nvPr>
        </p:nvSpPr>
        <p:spPr>
          <a:xfrm>
            <a:off x="433833" y="552083"/>
            <a:ext cx="1153419" cy="1151131"/>
          </a:xfrm>
          <a:prstGeom prst="ellipse">
            <a:avLst/>
          </a:prstGeom>
          <a:noFill/>
          <a:ln cap="flat" cmpd="sng" w="19050">
            <a:solidFill>
              <a:schemeClr val="accent1"/>
            </a:solidFill>
            <a:prstDash val="solid"/>
            <a:round/>
            <a:headEnd len="sm" w="sm" type="none"/>
            <a:tailEnd len="sm" w="sm" type="none"/>
          </a:ln>
        </p:spPr>
      </p:sp>
      <p:cxnSp>
        <p:nvCxnSpPr>
          <p:cNvPr id="185" name="Google Shape;185;p45"/>
          <p:cNvCxnSpPr/>
          <p:nvPr/>
        </p:nvCxnSpPr>
        <p:spPr>
          <a:xfrm>
            <a:off x="437989" y="2591216"/>
            <a:ext cx="8282838" cy="0"/>
          </a:xfrm>
          <a:prstGeom prst="straightConnector1">
            <a:avLst/>
          </a:prstGeom>
          <a:noFill/>
          <a:ln cap="flat" cmpd="sng" w="9525">
            <a:solidFill>
              <a:schemeClr val="accent1"/>
            </a:solidFill>
            <a:prstDash val="solid"/>
            <a:miter lim="800000"/>
            <a:headEnd len="sm" w="sm" type="none"/>
            <a:tailEnd len="sm" w="sm" type="none"/>
          </a:ln>
        </p:spPr>
      </p:cxnSp>
      <p:sp>
        <p:nvSpPr>
          <p:cNvPr id="186" name="Google Shape;186;p45"/>
          <p:cNvSpPr txBox="1"/>
          <p:nvPr>
            <p:ph idx="1" type="body"/>
          </p:nvPr>
        </p:nvSpPr>
        <p:spPr>
          <a:xfrm>
            <a:off x="1685351" y="1073548"/>
            <a:ext cx="2614088" cy="133619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800"/>
              <a:buFont typeface="Arial"/>
              <a:buNone/>
              <a:defRPr sz="8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7" name="Google Shape;187;p45"/>
          <p:cNvSpPr txBox="1"/>
          <p:nvPr>
            <p:ph idx="6" type="body"/>
          </p:nvPr>
        </p:nvSpPr>
        <p:spPr>
          <a:xfrm>
            <a:off x="1685351" y="785263"/>
            <a:ext cx="2614086" cy="19324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b="1"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8" name="Google Shape;188;p45"/>
          <p:cNvSpPr txBox="1"/>
          <p:nvPr>
            <p:ph idx="7" type="body"/>
          </p:nvPr>
        </p:nvSpPr>
        <p:spPr>
          <a:xfrm>
            <a:off x="1685352" y="552084"/>
            <a:ext cx="2614086" cy="22727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200"/>
              <a:buFont typeface="Arial"/>
              <a:buNone/>
              <a:defRPr b="1" i="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45"/>
          <p:cNvSpPr txBox="1"/>
          <p:nvPr>
            <p:ph idx="8" type="body"/>
          </p:nvPr>
        </p:nvSpPr>
        <p:spPr>
          <a:xfrm>
            <a:off x="439687" y="3219997"/>
            <a:ext cx="2614088" cy="133619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800"/>
              <a:buFont typeface="Arial"/>
              <a:buNone/>
              <a:defRPr sz="8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45"/>
          <p:cNvSpPr txBox="1"/>
          <p:nvPr>
            <p:ph idx="9" type="body"/>
          </p:nvPr>
        </p:nvSpPr>
        <p:spPr>
          <a:xfrm>
            <a:off x="439687" y="2931712"/>
            <a:ext cx="2614086" cy="19324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b="1"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1" name="Google Shape;191;p45"/>
          <p:cNvSpPr txBox="1"/>
          <p:nvPr>
            <p:ph idx="13" type="body"/>
          </p:nvPr>
        </p:nvSpPr>
        <p:spPr>
          <a:xfrm>
            <a:off x="439688" y="2698533"/>
            <a:ext cx="2614086" cy="22727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200"/>
              <a:buFont typeface="Arial"/>
              <a:buNone/>
              <a:defRPr b="1" i="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2" name="Google Shape;192;p45"/>
          <p:cNvSpPr txBox="1"/>
          <p:nvPr>
            <p:ph idx="14" type="body"/>
          </p:nvPr>
        </p:nvSpPr>
        <p:spPr>
          <a:xfrm>
            <a:off x="6093873" y="1073548"/>
            <a:ext cx="2614088" cy="133619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800"/>
              <a:buFont typeface="Arial"/>
              <a:buNone/>
              <a:defRPr sz="8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3" name="Google Shape;193;p45"/>
          <p:cNvSpPr txBox="1"/>
          <p:nvPr>
            <p:ph idx="15" type="body"/>
          </p:nvPr>
        </p:nvSpPr>
        <p:spPr>
          <a:xfrm>
            <a:off x="6093873" y="785263"/>
            <a:ext cx="2614086" cy="19324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b="1"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4" name="Google Shape;194;p45"/>
          <p:cNvSpPr txBox="1"/>
          <p:nvPr>
            <p:ph idx="16" type="body"/>
          </p:nvPr>
        </p:nvSpPr>
        <p:spPr>
          <a:xfrm>
            <a:off x="6093874" y="552084"/>
            <a:ext cx="2614086" cy="22727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200"/>
              <a:buFont typeface="Arial"/>
              <a:buNone/>
              <a:defRPr b="1" i="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5" name="Google Shape;195;p45"/>
          <p:cNvSpPr txBox="1"/>
          <p:nvPr>
            <p:ph idx="17" type="body"/>
          </p:nvPr>
        </p:nvSpPr>
        <p:spPr>
          <a:xfrm>
            <a:off x="4839255" y="3219997"/>
            <a:ext cx="2614088" cy="133619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800"/>
              <a:buFont typeface="Arial"/>
              <a:buNone/>
              <a:defRPr sz="8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6" name="Google Shape;196;p45"/>
          <p:cNvSpPr txBox="1"/>
          <p:nvPr>
            <p:ph idx="18" type="body"/>
          </p:nvPr>
        </p:nvSpPr>
        <p:spPr>
          <a:xfrm>
            <a:off x="4839255" y="2931712"/>
            <a:ext cx="2614086" cy="19324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b="1" sz="10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7" name="Google Shape;197;p45"/>
          <p:cNvSpPr txBox="1"/>
          <p:nvPr>
            <p:ph idx="19" type="body"/>
          </p:nvPr>
        </p:nvSpPr>
        <p:spPr>
          <a:xfrm>
            <a:off x="4839256" y="2698533"/>
            <a:ext cx="2614086" cy="227271"/>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accent1"/>
              </a:buClr>
              <a:buSzPts val="1200"/>
              <a:buFont typeface="Arial"/>
              <a:buNone/>
              <a:defRPr b="1" i="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cxnSp>
        <p:nvCxnSpPr>
          <p:cNvPr id="198" name="Google Shape;198;p45"/>
          <p:cNvCxnSpPr/>
          <p:nvPr/>
        </p:nvCxnSpPr>
        <p:spPr>
          <a:xfrm rot="10800000">
            <a:off x="4520297" y="444767"/>
            <a:ext cx="0" cy="4117343"/>
          </a:xfrm>
          <a:prstGeom prst="straightConnector1">
            <a:avLst/>
          </a:prstGeom>
          <a:noFill/>
          <a:ln cap="flat" cmpd="sng" w="9525">
            <a:solidFill>
              <a:schemeClr val="accent1"/>
            </a:solidFill>
            <a:prstDash val="solid"/>
            <a:miter lim="800000"/>
            <a:headEnd len="sm" w="sm" type="none"/>
            <a:tailEnd len="sm" w="sm" type="none"/>
          </a:ln>
        </p:spPr>
      </p:cxnSp>
      <p:sp>
        <p:nvSpPr>
          <p:cNvPr id="199" name="Google Shape;199;p45"/>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0" name="Google Shape;200;p45"/>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1" name="Google Shape;201;p45"/>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02" name="Google Shape;202;p45"/>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03" name="Google Shape;203;p45"/>
          <p:cNvSpPr/>
          <p:nvPr>
            <p:ph idx="20" type="pic"/>
          </p:nvPr>
        </p:nvSpPr>
        <p:spPr>
          <a:xfrm>
            <a:off x="7426520" y="4767263"/>
            <a:ext cx="995238" cy="273844"/>
          </a:xfrm>
          <a:prstGeom prst="rect">
            <a:avLst/>
          </a:prstGeom>
          <a:noFill/>
          <a:ln>
            <a:noFill/>
          </a:ln>
        </p:spPr>
      </p:sp>
      <p:sp>
        <p:nvSpPr>
          <p:cNvPr id="204" name="Google Shape;204;p45"/>
          <p:cNvSpPr txBox="1"/>
          <p:nvPr>
            <p:ph idx="21"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205" name="Shape 205"/>
        <p:cNvGrpSpPr/>
        <p:nvPr/>
      </p:nvGrpSpPr>
      <p:grpSpPr>
        <a:xfrm>
          <a:off x="0" y="0"/>
          <a:ext cx="0" cy="0"/>
          <a:chOff x="0" y="0"/>
          <a:chExt cx="0" cy="0"/>
        </a:xfrm>
      </p:grpSpPr>
      <p:sp>
        <p:nvSpPr>
          <p:cNvPr id="206" name="Google Shape;206;p46"/>
          <p:cNvSpPr txBox="1"/>
          <p:nvPr>
            <p:ph type="title"/>
          </p:nvPr>
        </p:nvSpPr>
        <p:spPr>
          <a:xfrm>
            <a:off x="437989" y="614723"/>
            <a:ext cx="6828720" cy="4659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500"/>
              <a:buFont typeface="Arial Black"/>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46"/>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solidFill>
                  <a:schemeClr val="dk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8" name="Google Shape;208;p46"/>
          <p:cNvSpPr txBox="1"/>
          <p:nvPr>
            <p:ph idx="2" type="body"/>
          </p:nvPr>
        </p:nvSpPr>
        <p:spPr>
          <a:xfrm>
            <a:off x="437990" y="1536807"/>
            <a:ext cx="5962810" cy="286813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9" name="Google Shape;209;p46"/>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0" name="Google Shape;210;p46"/>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1" name="Google Shape;211;p46"/>
          <p:cNvSpPr txBox="1"/>
          <p:nvPr>
            <p:ph idx="3"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2" name="Google Shape;212;p46"/>
          <p:cNvSpPr/>
          <p:nvPr>
            <p:ph idx="4" type="pic"/>
          </p:nvPr>
        </p:nvSpPr>
        <p:spPr>
          <a:xfrm>
            <a:off x="7426520" y="4767263"/>
            <a:ext cx="995238" cy="273844"/>
          </a:xfrm>
          <a:prstGeom prst="rect">
            <a:avLst/>
          </a:prstGeom>
          <a:noFill/>
          <a:ln>
            <a:noFill/>
          </a:ln>
        </p:spPr>
      </p:sp>
      <p:cxnSp>
        <p:nvCxnSpPr>
          <p:cNvPr id="213" name="Google Shape;213;p46"/>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14" name="Google Shape;214;p46"/>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ree Content">
  <p:cSld name="1_Three Content">
    <p:bg>
      <p:bgPr>
        <a:solidFill>
          <a:schemeClr val="lt1"/>
        </a:solidFill>
      </p:bgPr>
    </p:bg>
    <p:spTree>
      <p:nvGrpSpPr>
        <p:cNvPr id="215" name="Shape 215"/>
        <p:cNvGrpSpPr/>
        <p:nvPr/>
      </p:nvGrpSpPr>
      <p:grpSpPr>
        <a:xfrm>
          <a:off x="0" y="0"/>
          <a:ext cx="0" cy="0"/>
          <a:chOff x="0" y="0"/>
          <a:chExt cx="0" cy="0"/>
        </a:xfrm>
      </p:grpSpPr>
      <p:sp>
        <p:nvSpPr>
          <p:cNvPr id="216" name="Google Shape;216;p47"/>
          <p:cNvSpPr txBox="1"/>
          <p:nvPr>
            <p:ph type="title"/>
          </p:nvPr>
        </p:nvSpPr>
        <p:spPr>
          <a:xfrm>
            <a:off x="437990" y="614723"/>
            <a:ext cx="8268020" cy="107590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47"/>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8" name="Google Shape;218;p47"/>
          <p:cNvSpPr txBox="1"/>
          <p:nvPr>
            <p:ph idx="2" type="body"/>
          </p:nvPr>
        </p:nvSpPr>
        <p:spPr>
          <a:xfrm>
            <a:off x="437990"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19" name="Google Shape;219;p47"/>
          <p:cNvSpPr txBox="1"/>
          <p:nvPr>
            <p:ph idx="3" type="body"/>
          </p:nvPr>
        </p:nvSpPr>
        <p:spPr>
          <a:xfrm>
            <a:off x="437990"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7"/>
          <p:cNvSpPr txBox="1"/>
          <p:nvPr>
            <p:ph idx="4" type="body"/>
          </p:nvPr>
        </p:nvSpPr>
        <p:spPr>
          <a:xfrm>
            <a:off x="3367537"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21" name="Google Shape;221;p47"/>
          <p:cNvSpPr txBox="1"/>
          <p:nvPr>
            <p:ph idx="5" type="body"/>
          </p:nvPr>
        </p:nvSpPr>
        <p:spPr>
          <a:xfrm>
            <a:off x="3367537"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2" name="Google Shape;222;p47"/>
          <p:cNvSpPr txBox="1"/>
          <p:nvPr>
            <p:ph idx="6" type="body"/>
          </p:nvPr>
        </p:nvSpPr>
        <p:spPr>
          <a:xfrm>
            <a:off x="6297083"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23" name="Google Shape;223;p47"/>
          <p:cNvSpPr txBox="1"/>
          <p:nvPr>
            <p:ph idx="7" type="body"/>
          </p:nvPr>
        </p:nvSpPr>
        <p:spPr>
          <a:xfrm>
            <a:off x="6297084" y="2149607"/>
            <a:ext cx="2423743" cy="237916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4" name="Google Shape;224;p47"/>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5" name="Google Shape;225;p47"/>
          <p:cNvSpPr txBox="1"/>
          <p:nvPr>
            <p:ph idx="8"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6" name="Google Shape;226;p47"/>
          <p:cNvSpPr/>
          <p:nvPr>
            <p:ph idx="9" type="pic"/>
          </p:nvPr>
        </p:nvSpPr>
        <p:spPr>
          <a:xfrm>
            <a:off x="7426519" y="4767263"/>
            <a:ext cx="995235" cy="273844"/>
          </a:xfrm>
          <a:prstGeom prst="rect">
            <a:avLst/>
          </a:prstGeom>
          <a:noFill/>
          <a:ln>
            <a:noFill/>
          </a:ln>
        </p:spPr>
      </p:sp>
      <p:cxnSp>
        <p:nvCxnSpPr>
          <p:cNvPr id="227" name="Google Shape;227;p47"/>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228" name="Google Shape;228;p47"/>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hree Content">
  <p:cSld name="3_Three Content">
    <p:bg>
      <p:bgPr>
        <a:solidFill>
          <a:schemeClr val="lt1"/>
        </a:solidFill>
      </p:bgPr>
    </p:bg>
    <p:spTree>
      <p:nvGrpSpPr>
        <p:cNvPr id="229" name="Shape 229"/>
        <p:cNvGrpSpPr/>
        <p:nvPr/>
      </p:nvGrpSpPr>
      <p:grpSpPr>
        <a:xfrm>
          <a:off x="0" y="0"/>
          <a:ext cx="0" cy="0"/>
          <a:chOff x="0" y="0"/>
          <a:chExt cx="0" cy="0"/>
        </a:xfrm>
      </p:grpSpPr>
      <p:sp>
        <p:nvSpPr>
          <p:cNvPr id="230" name="Google Shape;230;p48"/>
          <p:cNvSpPr txBox="1"/>
          <p:nvPr>
            <p:ph type="title"/>
          </p:nvPr>
        </p:nvSpPr>
        <p:spPr>
          <a:xfrm>
            <a:off x="437990" y="614723"/>
            <a:ext cx="8268020" cy="107590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48"/>
          <p:cNvSpPr txBox="1"/>
          <p:nvPr>
            <p:ph idx="1" type="body"/>
          </p:nvPr>
        </p:nvSpPr>
        <p:spPr>
          <a:xfrm>
            <a:off x="437990"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2" name="Google Shape;232;p48"/>
          <p:cNvSpPr txBox="1"/>
          <p:nvPr>
            <p:ph idx="2" type="body"/>
          </p:nvPr>
        </p:nvSpPr>
        <p:spPr>
          <a:xfrm>
            <a:off x="6297084" y="2149607"/>
            <a:ext cx="2423743" cy="237916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3" name="Google Shape;233;p48"/>
          <p:cNvSpPr txBox="1"/>
          <p:nvPr>
            <p:ph idx="3" type="body"/>
          </p:nvPr>
        </p:nvSpPr>
        <p:spPr>
          <a:xfrm>
            <a:off x="3367537"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4" name="Google Shape;234;p48"/>
          <p:cNvSpPr txBox="1"/>
          <p:nvPr>
            <p:ph idx="4" type="body"/>
          </p:nvPr>
        </p:nvSpPr>
        <p:spPr>
          <a:xfrm>
            <a:off x="437990"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35" name="Google Shape;235;p48"/>
          <p:cNvSpPr txBox="1"/>
          <p:nvPr>
            <p:ph idx="5" type="body"/>
          </p:nvPr>
        </p:nvSpPr>
        <p:spPr>
          <a:xfrm>
            <a:off x="3367537"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36" name="Google Shape;236;p48"/>
          <p:cNvSpPr txBox="1"/>
          <p:nvPr>
            <p:ph idx="6" type="body"/>
          </p:nvPr>
        </p:nvSpPr>
        <p:spPr>
          <a:xfrm>
            <a:off x="6297083"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1400"/>
              <a:buFont typeface="Arial"/>
              <a:buNone/>
              <a:defRPr b="1" sz="1400">
                <a:solidFill>
                  <a:schemeClr val="accent1"/>
                </a:solidFill>
              </a:defRPr>
            </a:lvl1pPr>
            <a:lvl2pPr indent="-228600" lvl="1" marL="914400" algn="l">
              <a:lnSpc>
                <a:spcPct val="90000"/>
              </a:lnSpc>
              <a:spcBef>
                <a:spcPts val="375"/>
              </a:spcBef>
              <a:spcAft>
                <a:spcPts val="0"/>
              </a:spcAft>
              <a:buClr>
                <a:schemeClr val="dk1"/>
              </a:buClr>
              <a:buSzPts val="1500"/>
              <a:buFont typeface="Arial"/>
              <a:buNone/>
              <a:defRPr b="1" sz="1500"/>
            </a:lvl2pPr>
            <a:lvl3pPr indent="-228600" lvl="2" marL="1371600" algn="l">
              <a:lnSpc>
                <a:spcPct val="90000"/>
              </a:lnSpc>
              <a:spcBef>
                <a:spcPts val="375"/>
              </a:spcBef>
              <a:spcAft>
                <a:spcPts val="0"/>
              </a:spcAft>
              <a:buClr>
                <a:schemeClr val="dk1"/>
              </a:buClr>
              <a:buSzPts val="1350"/>
              <a:buFont typeface="Arial"/>
              <a:buNone/>
              <a:defRPr b="1" sz="1350"/>
            </a:lvl3pPr>
            <a:lvl4pPr indent="-228600" lvl="3" marL="1828800" algn="l">
              <a:lnSpc>
                <a:spcPct val="90000"/>
              </a:lnSpc>
              <a:spcBef>
                <a:spcPts val="375"/>
              </a:spcBef>
              <a:spcAft>
                <a:spcPts val="0"/>
              </a:spcAft>
              <a:buClr>
                <a:schemeClr val="dk1"/>
              </a:buClr>
              <a:buSzPts val="1200"/>
              <a:buFont typeface="Arial"/>
              <a:buNone/>
              <a:defRPr b="1" sz="1200"/>
            </a:lvl4pPr>
            <a:lvl5pPr indent="-228600" lvl="4" marL="2286000" algn="l">
              <a:lnSpc>
                <a:spcPct val="90000"/>
              </a:lnSpc>
              <a:spcBef>
                <a:spcPts val="375"/>
              </a:spcBef>
              <a:spcAft>
                <a:spcPts val="0"/>
              </a:spcAft>
              <a:buClr>
                <a:schemeClr val="dk1"/>
              </a:buClr>
              <a:buSzPts val="1200"/>
              <a:buFont typeface="Arial"/>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11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37" name="Google Shape;237;p48"/>
          <p:cNvSpPr txBox="1"/>
          <p:nvPr>
            <p:ph idx="7"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600"/>
              <a:buFont typeface="Arial"/>
              <a:buNone/>
              <a:defRPr b="1" sz="1600"/>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8" name="Google Shape;238;p48"/>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9" name="Google Shape;239;p48"/>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0" name="Google Shape;240;p48"/>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41" name="Google Shape;241;p48"/>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42" name="Google Shape;242;p48"/>
          <p:cNvSpPr/>
          <p:nvPr>
            <p:ph idx="8" type="pic"/>
          </p:nvPr>
        </p:nvSpPr>
        <p:spPr>
          <a:xfrm>
            <a:off x="7426520" y="4767263"/>
            <a:ext cx="995238" cy="273844"/>
          </a:xfrm>
          <a:prstGeom prst="rect">
            <a:avLst/>
          </a:prstGeom>
          <a:noFill/>
          <a:ln>
            <a:noFill/>
          </a:ln>
        </p:spPr>
      </p:sp>
      <p:sp>
        <p:nvSpPr>
          <p:cNvPr id="243" name="Google Shape;243;p48"/>
          <p:cNvSpPr txBox="1"/>
          <p:nvPr>
            <p:ph idx="9"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hree Content - Dark">
  <p:cSld name="4_Three Content - Dark">
    <p:bg>
      <p:bgPr>
        <a:solidFill>
          <a:schemeClr val="dk1"/>
        </a:solidFill>
      </p:bgPr>
    </p:bg>
    <p:spTree>
      <p:nvGrpSpPr>
        <p:cNvPr id="244" name="Shape 244"/>
        <p:cNvGrpSpPr/>
        <p:nvPr/>
      </p:nvGrpSpPr>
      <p:grpSpPr>
        <a:xfrm>
          <a:off x="0" y="0"/>
          <a:ext cx="0" cy="0"/>
          <a:chOff x="0" y="0"/>
          <a:chExt cx="0" cy="0"/>
        </a:xfrm>
      </p:grpSpPr>
      <p:sp>
        <p:nvSpPr>
          <p:cNvPr descr="Headline&#10;" id="245" name="Google Shape;245;p39"/>
          <p:cNvSpPr txBox="1"/>
          <p:nvPr>
            <p:ph type="title"/>
          </p:nvPr>
        </p:nvSpPr>
        <p:spPr>
          <a:xfrm>
            <a:off x="437990" y="614723"/>
            <a:ext cx="8268020" cy="107590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2500"/>
              <a:buFont typeface="Arial Black"/>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Primary Subhead" id="246" name="Google Shape;246;p39"/>
          <p:cNvSpPr txBox="1"/>
          <p:nvPr>
            <p:ph idx="1" type="body"/>
          </p:nvPr>
        </p:nvSpPr>
        <p:spPr>
          <a:xfrm>
            <a:off x="444627" y="1080655"/>
            <a:ext cx="6822082" cy="32161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600"/>
              <a:buFont typeface="Arial"/>
              <a:buNone/>
              <a:defRPr b="1" sz="1600"/>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descr="Secondary Subhead 1" id="247" name="Google Shape;247;p39"/>
          <p:cNvSpPr txBox="1"/>
          <p:nvPr>
            <p:ph idx="2" type="body"/>
          </p:nvPr>
        </p:nvSpPr>
        <p:spPr>
          <a:xfrm>
            <a:off x="437990"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Font typeface="Arial"/>
              <a:buNone/>
              <a:defRPr b="1" sz="1400">
                <a:solidFill>
                  <a:schemeClr val="lt1"/>
                </a:solidFill>
              </a:defRPr>
            </a:lvl1pPr>
            <a:lvl2pPr indent="-228600" lvl="1" marL="914400" algn="l">
              <a:lnSpc>
                <a:spcPct val="90000"/>
              </a:lnSpc>
              <a:spcBef>
                <a:spcPts val="375"/>
              </a:spcBef>
              <a:spcAft>
                <a:spcPts val="0"/>
              </a:spcAft>
              <a:buClr>
                <a:schemeClr val="lt1"/>
              </a:buClr>
              <a:buSzPts val="1500"/>
              <a:buFont typeface="Arial"/>
              <a:buNone/>
              <a:defRPr b="1" sz="1500"/>
            </a:lvl2pPr>
            <a:lvl3pPr indent="-228600" lvl="2" marL="1371600" algn="l">
              <a:lnSpc>
                <a:spcPct val="90000"/>
              </a:lnSpc>
              <a:spcBef>
                <a:spcPts val="375"/>
              </a:spcBef>
              <a:spcAft>
                <a:spcPts val="0"/>
              </a:spcAft>
              <a:buClr>
                <a:schemeClr val="lt1"/>
              </a:buClr>
              <a:buSzPts val="1350"/>
              <a:buFont typeface="Arial"/>
              <a:buNone/>
              <a:defRPr b="1" sz="1350"/>
            </a:lvl3pPr>
            <a:lvl4pPr indent="-228600" lvl="3" marL="1828800" algn="l">
              <a:lnSpc>
                <a:spcPct val="90000"/>
              </a:lnSpc>
              <a:spcBef>
                <a:spcPts val="375"/>
              </a:spcBef>
              <a:spcAft>
                <a:spcPts val="0"/>
              </a:spcAft>
              <a:buClr>
                <a:schemeClr val="lt1"/>
              </a:buClr>
              <a:buSzPts val="1200"/>
              <a:buFont typeface="Arial"/>
              <a:buNone/>
              <a:defRPr b="1" sz="1200"/>
            </a:lvl4pPr>
            <a:lvl5pPr indent="-228600" lvl="4" marL="2286000" algn="l">
              <a:lnSpc>
                <a:spcPct val="90000"/>
              </a:lnSpc>
              <a:spcBef>
                <a:spcPts val="375"/>
              </a:spcBef>
              <a:spcAft>
                <a:spcPts val="0"/>
              </a:spcAft>
              <a:buClr>
                <a:schemeClr val="lt1"/>
              </a:buClr>
              <a:buSzPts val="1200"/>
              <a:buFont typeface="Arial"/>
              <a:buNone/>
              <a:defRPr b="1" sz="1200"/>
            </a:lvl5pPr>
            <a:lvl6pPr indent="-228600" lvl="5" marL="2743200" algn="l">
              <a:lnSpc>
                <a:spcPct val="90000"/>
              </a:lnSpc>
              <a:spcBef>
                <a:spcPts val="375"/>
              </a:spcBef>
              <a:spcAft>
                <a:spcPts val="0"/>
              </a:spcAft>
              <a:buClr>
                <a:schemeClr val="lt1"/>
              </a:buClr>
              <a:buSzPts val="1200"/>
              <a:buNone/>
              <a:defRPr b="1" sz="1200"/>
            </a:lvl6pPr>
            <a:lvl7pPr indent="-228600" lvl="6" marL="3200400" algn="l">
              <a:lnSpc>
                <a:spcPct val="110000"/>
              </a:lnSpc>
              <a:spcBef>
                <a:spcPts val="375"/>
              </a:spcBef>
              <a:spcAft>
                <a:spcPts val="0"/>
              </a:spcAft>
              <a:buClr>
                <a:schemeClr val="lt1"/>
              </a:buClr>
              <a:buSzPts val="1200"/>
              <a:buNone/>
              <a:defRPr b="1" sz="1200"/>
            </a:lvl7pPr>
            <a:lvl8pPr indent="-228600" lvl="7" marL="3657600" algn="l">
              <a:lnSpc>
                <a:spcPct val="90000"/>
              </a:lnSpc>
              <a:spcBef>
                <a:spcPts val="375"/>
              </a:spcBef>
              <a:spcAft>
                <a:spcPts val="0"/>
              </a:spcAft>
              <a:buClr>
                <a:schemeClr val="lt1"/>
              </a:buClr>
              <a:buSzPts val="1200"/>
              <a:buNone/>
              <a:defRPr b="1" sz="1200"/>
            </a:lvl8pPr>
            <a:lvl9pPr indent="-228600" lvl="8" marL="4114800" algn="l">
              <a:lnSpc>
                <a:spcPct val="90000"/>
              </a:lnSpc>
              <a:spcBef>
                <a:spcPts val="375"/>
              </a:spcBef>
              <a:spcAft>
                <a:spcPts val="0"/>
              </a:spcAft>
              <a:buClr>
                <a:schemeClr val="lt1"/>
              </a:buClr>
              <a:buSzPts val="1200"/>
              <a:buNone/>
              <a:defRPr b="1" sz="1200"/>
            </a:lvl9pPr>
          </a:lstStyle>
          <a:p/>
        </p:txBody>
      </p:sp>
      <p:sp>
        <p:nvSpPr>
          <p:cNvPr descr="Content Textbox 1" id="248" name="Google Shape;248;p39"/>
          <p:cNvSpPr txBox="1"/>
          <p:nvPr>
            <p:ph idx="3" type="body"/>
          </p:nvPr>
        </p:nvSpPr>
        <p:spPr>
          <a:xfrm>
            <a:off x="437990"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000"/>
              <a:buFont typeface="Arial"/>
              <a:buNone/>
              <a:defRPr sz="1000"/>
            </a:lvl2pPr>
            <a:lvl3pPr indent="-228600" lvl="2" marL="1371600" algn="l">
              <a:lnSpc>
                <a:spcPct val="90000"/>
              </a:lnSpc>
              <a:spcBef>
                <a:spcPts val="375"/>
              </a:spcBef>
              <a:spcAft>
                <a:spcPts val="0"/>
              </a:spcAft>
              <a:buClr>
                <a:schemeClr val="lt1"/>
              </a:buClr>
              <a:buSzPts val="1000"/>
              <a:buFont typeface="Arial"/>
              <a:buNone/>
              <a:defRPr sz="1000"/>
            </a:lvl3pPr>
            <a:lvl4pPr indent="-228600" lvl="3" marL="1828800" algn="l">
              <a:lnSpc>
                <a:spcPct val="90000"/>
              </a:lnSpc>
              <a:spcBef>
                <a:spcPts val="375"/>
              </a:spcBef>
              <a:spcAft>
                <a:spcPts val="0"/>
              </a:spcAft>
              <a:buClr>
                <a:schemeClr val="lt1"/>
              </a:buClr>
              <a:buSzPts val="1000"/>
              <a:buFont typeface="Arial"/>
              <a:buNone/>
              <a:defRPr sz="1000"/>
            </a:lvl4pPr>
            <a:lvl5pPr indent="-228600" lvl="4" marL="2286000" algn="l">
              <a:lnSpc>
                <a:spcPct val="90000"/>
              </a:lnSpc>
              <a:spcBef>
                <a:spcPts val="375"/>
              </a:spcBef>
              <a:spcAft>
                <a:spcPts val="0"/>
              </a:spcAft>
              <a:buClr>
                <a:schemeClr val="lt1"/>
              </a:buClr>
              <a:buSzPts val="1000"/>
              <a:buFont typeface="Arial"/>
              <a:buNone/>
              <a:defRPr sz="1000"/>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descr="Secondary Subhead 2" id="249" name="Google Shape;249;p39"/>
          <p:cNvSpPr txBox="1"/>
          <p:nvPr>
            <p:ph idx="4" type="body"/>
          </p:nvPr>
        </p:nvSpPr>
        <p:spPr>
          <a:xfrm>
            <a:off x="3367537"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Font typeface="Arial"/>
              <a:buNone/>
              <a:defRPr b="1" sz="1400">
                <a:solidFill>
                  <a:schemeClr val="lt1"/>
                </a:solidFill>
              </a:defRPr>
            </a:lvl1pPr>
            <a:lvl2pPr indent="-228600" lvl="1" marL="914400" algn="l">
              <a:lnSpc>
                <a:spcPct val="90000"/>
              </a:lnSpc>
              <a:spcBef>
                <a:spcPts val="375"/>
              </a:spcBef>
              <a:spcAft>
                <a:spcPts val="0"/>
              </a:spcAft>
              <a:buClr>
                <a:schemeClr val="lt1"/>
              </a:buClr>
              <a:buSzPts val="1500"/>
              <a:buFont typeface="Arial"/>
              <a:buNone/>
              <a:defRPr b="1" sz="1500"/>
            </a:lvl2pPr>
            <a:lvl3pPr indent="-228600" lvl="2" marL="1371600" algn="l">
              <a:lnSpc>
                <a:spcPct val="90000"/>
              </a:lnSpc>
              <a:spcBef>
                <a:spcPts val="375"/>
              </a:spcBef>
              <a:spcAft>
                <a:spcPts val="0"/>
              </a:spcAft>
              <a:buClr>
                <a:schemeClr val="lt1"/>
              </a:buClr>
              <a:buSzPts val="1350"/>
              <a:buFont typeface="Arial"/>
              <a:buNone/>
              <a:defRPr b="1" sz="1350"/>
            </a:lvl3pPr>
            <a:lvl4pPr indent="-228600" lvl="3" marL="1828800" algn="l">
              <a:lnSpc>
                <a:spcPct val="90000"/>
              </a:lnSpc>
              <a:spcBef>
                <a:spcPts val="375"/>
              </a:spcBef>
              <a:spcAft>
                <a:spcPts val="0"/>
              </a:spcAft>
              <a:buClr>
                <a:schemeClr val="lt1"/>
              </a:buClr>
              <a:buSzPts val="1200"/>
              <a:buFont typeface="Arial"/>
              <a:buNone/>
              <a:defRPr b="1" sz="1200"/>
            </a:lvl4pPr>
            <a:lvl5pPr indent="-228600" lvl="4" marL="2286000" algn="l">
              <a:lnSpc>
                <a:spcPct val="90000"/>
              </a:lnSpc>
              <a:spcBef>
                <a:spcPts val="375"/>
              </a:spcBef>
              <a:spcAft>
                <a:spcPts val="0"/>
              </a:spcAft>
              <a:buClr>
                <a:schemeClr val="lt1"/>
              </a:buClr>
              <a:buSzPts val="1200"/>
              <a:buFont typeface="Arial"/>
              <a:buNone/>
              <a:defRPr b="1" sz="1200"/>
            </a:lvl5pPr>
            <a:lvl6pPr indent="-228600" lvl="5" marL="2743200" algn="l">
              <a:lnSpc>
                <a:spcPct val="90000"/>
              </a:lnSpc>
              <a:spcBef>
                <a:spcPts val="375"/>
              </a:spcBef>
              <a:spcAft>
                <a:spcPts val="0"/>
              </a:spcAft>
              <a:buClr>
                <a:schemeClr val="lt1"/>
              </a:buClr>
              <a:buSzPts val="1200"/>
              <a:buNone/>
              <a:defRPr b="1" sz="1200"/>
            </a:lvl6pPr>
            <a:lvl7pPr indent="-228600" lvl="6" marL="3200400" algn="l">
              <a:lnSpc>
                <a:spcPct val="110000"/>
              </a:lnSpc>
              <a:spcBef>
                <a:spcPts val="375"/>
              </a:spcBef>
              <a:spcAft>
                <a:spcPts val="0"/>
              </a:spcAft>
              <a:buClr>
                <a:schemeClr val="lt1"/>
              </a:buClr>
              <a:buSzPts val="1200"/>
              <a:buNone/>
              <a:defRPr b="1" sz="1200"/>
            </a:lvl7pPr>
            <a:lvl8pPr indent="-228600" lvl="7" marL="3657600" algn="l">
              <a:lnSpc>
                <a:spcPct val="90000"/>
              </a:lnSpc>
              <a:spcBef>
                <a:spcPts val="375"/>
              </a:spcBef>
              <a:spcAft>
                <a:spcPts val="0"/>
              </a:spcAft>
              <a:buClr>
                <a:schemeClr val="lt1"/>
              </a:buClr>
              <a:buSzPts val="1200"/>
              <a:buNone/>
              <a:defRPr b="1" sz="1200"/>
            </a:lvl8pPr>
            <a:lvl9pPr indent="-228600" lvl="8" marL="4114800" algn="l">
              <a:lnSpc>
                <a:spcPct val="90000"/>
              </a:lnSpc>
              <a:spcBef>
                <a:spcPts val="375"/>
              </a:spcBef>
              <a:spcAft>
                <a:spcPts val="0"/>
              </a:spcAft>
              <a:buClr>
                <a:schemeClr val="lt1"/>
              </a:buClr>
              <a:buSzPts val="1200"/>
              <a:buNone/>
              <a:defRPr b="1" sz="1200"/>
            </a:lvl9pPr>
          </a:lstStyle>
          <a:p/>
        </p:txBody>
      </p:sp>
      <p:sp>
        <p:nvSpPr>
          <p:cNvPr descr="Content Textbox 2" id="250" name="Google Shape;250;p39"/>
          <p:cNvSpPr txBox="1"/>
          <p:nvPr>
            <p:ph idx="5" type="body"/>
          </p:nvPr>
        </p:nvSpPr>
        <p:spPr>
          <a:xfrm>
            <a:off x="3367537" y="2149609"/>
            <a:ext cx="2423743" cy="237916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000"/>
              <a:buFont typeface="Arial"/>
              <a:buNone/>
              <a:defRPr sz="1000"/>
            </a:lvl2pPr>
            <a:lvl3pPr indent="-228600" lvl="2" marL="1371600" algn="l">
              <a:lnSpc>
                <a:spcPct val="90000"/>
              </a:lnSpc>
              <a:spcBef>
                <a:spcPts val="375"/>
              </a:spcBef>
              <a:spcAft>
                <a:spcPts val="0"/>
              </a:spcAft>
              <a:buClr>
                <a:schemeClr val="lt1"/>
              </a:buClr>
              <a:buSzPts val="1000"/>
              <a:buFont typeface="Arial"/>
              <a:buNone/>
              <a:defRPr sz="1000"/>
            </a:lvl3pPr>
            <a:lvl4pPr indent="-228600" lvl="3" marL="1828800" algn="l">
              <a:lnSpc>
                <a:spcPct val="90000"/>
              </a:lnSpc>
              <a:spcBef>
                <a:spcPts val="375"/>
              </a:spcBef>
              <a:spcAft>
                <a:spcPts val="0"/>
              </a:spcAft>
              <a:buClr>
                <a:schemeClr val="lt1"/>
              </a:buClr>
              <a:buSzPts val="1000"/>
              <a:buFont typeface="Arial"/>
              <a:buNone/>
              <a:defRPr sz="1000"/>
            </a:lvl4pPr>
            <a:lvl5pPr indent="-228600" lvl="4" marL="2286000" algn="l">
              <a:lnSpc>
                <a:spcPct val="90000"/>
              </a:lnSpc>
              <a:spcBef>
                <a:spcPts val="375"/>
              </a:spcBef>
              <a:spcAft>
                <a:spcPts val="0"/>
              </a:spcAft>
              <a:buClr>
                <a:schemeClr val="lt1"/>
              </a:buClr>
              <a:buSzPts val="1000"/>
              <a:buFont typeface="Arial"/>
              <a:buNone/>
              <a:defRPr sz="1000"/>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descr="Secondary Subhead 3" id="251" name="Google Shape;251;p39"/>
          <p:cNvSpPr txBox="1"/>
          <p:nvPr>
            <p:ph idx="6" type="body"/>
          </p:nvPr>
        </p:nvSpPr>
        <p:spPr>
          <a:xfrm>
            <a:off x="6297083" y="1690626"/>
            <a:ext cx="2423743" cy="45898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Font typeface="Arial"/>
              <a:buNone/>
              <a:defRPr b="1" sz="1400">
                <a:solidFill>
                  <a:schemeClr val="lt1"/>
                </a:solidFill>
              </a:defRPr>
            </a:lvl1pPr>
            <a:lvl2pPr indent="-228600" lvl="1" marL="914400" algn="l">
              <a:lnSpc>
                <a:spcPct val="90000"/>
              </a:lnSpc>
              <a:spcBef>
                <a:spcPts val="375"/>
              </a:spcBef>
              <a:spcAft>
                <a:spcPts val="0"/>
              </a:spcAft>
              <a:buClr>
                <a:schemeClr val="lt1"/>
              </a:buClr>
              <a:buSzPts val="1500"/>
              <a:buFont typeface="Arial"/>
              <a:buNone/>
              <a:defRPr b="1" sz="1500"/>
            </a:lvl2pPr>
            <a:lvl3pPr indent="-228600" lvl="2" marL="1371600" algn="l">
              <a:lnSpc>
                <a:spcPct val="90000"/>
              </a:lnSpc>
              <a:spcBef>
                <a:spcPts val="375"/>
              </a:spcBef>
              <a:spcAft>
                <a:spcPts val="0"/>
              </a:spcAft>
              <a:buClr>
                <a:schemeClr val="lt1"/>
              </a:buClr>
              <a:buSzPts val="1350"/>
              <a:buFont typeface="Arial"/>
              <a:buNone/>
              <a:defRPr b="1" sz="1350"/>
            </a:lvl3pPr>
            <a:lvl4pPr indent="-228600" lvl="3" marL="1828800" algn="l">
              <a:lnSpc>
                <a:spcPct val="90000"/>
              </a:lnSpc>
              <a:spcBef>
                <a:spcPts val="375"/>
              </a:spcBef>
              <a:spcAft>
                <a:spcPts val="0"/>
              </a:spcAft>
              <a:buClr>
                <a:schemeClr val="lt1"/>
              </a:buClr>
              <a:buSzPts val="1200"/>
              <a:buFont typeface="Arial"/>
              <a:buNone/>
              <a:defRPr b="1" sz="1200"/>
            </a:lvl4pPr>
            <a:lvl5pPr indent="-228600" lvl="4" marL="2286000" algn="l">
              <a:lnSpc>
                <a:spcPct val="90000"/>
              </a:lnSpc>
              <a:spcBef>
                <a:spcPts val="375"/>
              </a:spcBef>
              <a:spcAft>
                <a:spcPts val="0"/>
              </a:spcAft>
              <a:buClr>
                <a:schemeClr val="lt1"/>
              </a:buClr>
              <a:buSzPts val="1200"/>
              <a:buFont typeface="Arial"/>
              <a:buNone/>
              <a:defRPr b="1" sz="1200"/>
            </a:lvl5pPr>
            <a:lvl6pPr indent="-228600" lvl="5" marL="2743200" algn="l">
              <a:lnSpc>
                <a:spcPct val="90000"/>
              </a:lnSpc>
              <a:spcBef>
                <a:spcPts val="375"/>
              </a:spcBef>
              <a:spcAft>
                <a:spcPts val="0"/>
              </a:spcAft>
              <a:buClr>
                <a:schemeClr val="lt1"/>
              </a:buClr>
              <a:buSzPts val="1200"/>
              <a:buNone/>
              <a:defRPr b="1" sz="1200"/>
            </a:lvl6pPr>
            <a:lvl7pPr indent="-228600" lvl="6" marL="3200400" algn="l">
              <a:lnSpc>
                <a:spcPct val="110000"/>
              </a:lnSpc>
              <a:spcBef>
                <a:spcPts val="375"/>
              </a:spcBef>
              <a:spcAft>
                <a:spcPts val="0"/>
              </a:spcAft>
              <a:buClr>
                <a:schemeClr val="lt1"/>
              </a:buClr>
              <a:buSzPts val="1200"/>
              <a:buNone/>
              <a:defRPr b="1" sz="1200"/>
            </a:lvl7pPr>
            <a:lvl8pPr indent="-228600" lvl="7" marL="3657600" algn="l">
              <a:lnSpc>
                <a:spcPct val="90000"/>
              </a:lnSpc>
              <a:spcBef>
                <a:spcPts val="375"/>
              </a:spcBef>
              <a:spcAft>
                <a:spcPts val="0"/>
              </a:spcAft>
              <a:buClr>
                <a:schemeClr val="lt1"/>
              </a:buClr>
              <a:buSzPts val="1200"/>
              <a:buNone/>
              <a:defRPr b="1" sz="1200"/>
            </a:lvl8pPr>
            <a:lvl9pPr indent="-228600" lvl="8" marL="4114800" algn="l">
              <a:lnSpc>
                <a:spcPct val="90000"/>
              </a:lnSpc>
              <a:spcBef>
                <a:spcPts val="375"/>
              </a:spcBef>
              <a:spcAft>
                <a:spcPts val="0"/>
              </a:spcAft>
              <a:buClr>
                <a:schemeClr val="lt1"/>
              </a:buClr>
              <a:buSzPts val="1200"/>
              <a:buNone/>
              <a:defRPr b="1" sz="1200"/>
            </a:lvl9pPr>
          </a:lstStyle>
          <a:p/>
        </p:txBody>
      </p:sp>
      <p:sp>
        <p:nvSpPr>
          <p:cNvPr descr="Content Textbox 3" id="252" name="Google Shape;252;p39"/>
          <p:cNvSpPr txBox="1"/>
          <p:nvPr>
            <p:ph idx="7" type="body"/>
          </p:nvPr>
        </p:nvSpPr>
        <p:spPr>
          <a:xfrm>
            <a:off x="6297084" y="2149607"/>
            <a:ext cx="2423743" cy="237916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000"/>
              <a:buFont typeface="Arial"/>
              <a:buNone/>
              <a:defRPr sz="1000"/>
            </a:lvl2pPr>
            <a:lvl3pPr indent="-228600" lvl="2" marL="1371600" algn="l">
              <a:lnSpc>
                <a:spcPct val="90000"/>
              </a:lnSpc>
              <a:spcBef>
                <a:spcPts val="375"/>
              </a:spcBef>
              <a:spcAft>
                <a:spcPts val="0"/>
              </a:spcAft>
              <a:buClr>
                <a:schemeClr val="lt1"/>
              </a:buClr>
              <a:buSzPts val="1000"/>
              <a:buFont typeface="Arial"/>
              <a:buNone/>
              <a:defRPr sz="1000"/>
            </a:lvl3pPr>
            <a:lvl4pPr indent="-228600" lvl="3" marL="1828800" algn="l">
              <a:lnSpc>
                <a:spcPct val="90000"/>
              </a:lnSpc>
              <a:spcBef>
                <a:spcPts val="375"/>
              </a:spcBef>
              <a:spcAft>
                <a:spcPts val="0"/>
              </a:spcAft>
              <a:buClr>
                <a:schemeClr val="lt1"/>
              </a:buClr>
              <a:buSzPts val="1000"/>
              <a:buFont typeface="Arial"/>
              <a:buNone/>
              <a:defRPr sz="1000"/>
            </a:lvl4pPr>
            <a:lvl5pPr indent="-228600" lvl="4" marL="2286000" algn="l">
              <a:lnSpc>
                <a:spcPct val="90000"/>
              </a:lnSpc>
              <a:spcBef>
                <a:spcPts val="375"/>
              </a:spcBef>
              <a:spcAft>
                <a:spcPts val="0"/>
              </a:spcAft>
              <a:buClr>
                <a:schemeClr val="lt1"/>
              </a:buClr>
              <a:buSzPts val="1000"/>
              <a:buFont typeface="Arial"/>
              <a:buNone/>
              <a:defRPr sz="1000"/>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53" name="Google Shape;253;p39"/>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descr="Footer Text 1" id="254" name="Google Shape;254;p39"/>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descr="Footer Text 2" id="255" name="Google Shape;255;p39"/>
          <p:cNvSpPr txBox="1"/>
          <p:nvPr>
            <p:ph idx="8"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latin typeface="Arial"/>
                <a:ea typeface="Arial"/>
                <a:cs typeface="Arial"/>
                <a:sym typeface="Aria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descr="Logo&#10;" id="256" name="Google Shape;256;p39"/>
          <p:cNvSpPr/>
          <p:nvPr>
            <p:ph idx="9" type="pic"/>
          </p:nvPr>
        </p:nvSpPr>
        <p:spPr>
          <a:xfrm>
            <a:off x="7426520" y="4767263"/>
            <a:ext cx="995238" cy="273844"/>
          </a:xfrm>
          <a:prstGeom prst="rect">
            <a:avLst/>
          </a:prstGeom>
          <a:noFill/>
          <a:ln>
            <a:noFill/>
          </a:ln>
        </p:spPr>
      </p:sp>
      <p:sp>
        <p:nvSpPr>
          <p:cNvPr descr="Slide number" id="257" name="Google Shape;257;p39"/>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58" name="Google Shape;258;p39"/>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 Dark">
  <p:cSld name="3_List - Dark">
    <p:bg>
      <p:bgPr>
        <a:solidFill>
          <a:schemeClr val="dk2"/>
        </a:solidFill>
      </p:bgPr>
    </p:bg>
    <p:spTree>
      <p:nvGrpSpPr>
        <p:cNvPr id="259" name="Shape 259"/>
        <p:cNvGrpSpPr/>
        <p:nvPr/>
      </p:nvGrpSpPr>
      <p:grpSpPr>
        <a:xfrm>
          <a:off x="0" y="0"/>
          <a:ext cx="0" cy="0"/>
          <a:chOff x="0" y="0"/>
          <a:chExt cx="0" cy="0"/>
        </a:xfrm>
      </p:grpSpPr>
      <p:sp>
        <p:nvSpPr>
          <p:cNvPr id="260" name="Google Shape;260;p49"/>
          <p:cNvSpPr txBox="1"/>
          <p:nvPr>
            <p:ph type="title"/>
          </p:nvPr>
        </p:nvSpPr>
        <p:spPr>
          <a:xfrm>
            <a:off x="437990" y="614724"/>
            <a:ext cx="8268020" cy="41821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2000"/>
              <a:buFont typeface="Arial Black"/>
              <a:buNone/>
              <a:defRPr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49"/>
          <p:cNvSpPr txBox="1"/>
          <p:nvPr>
            <p:ph idx="1" type="body"/>
          </p:nvPr>
        </p:nvSpPr>
        <p:spPr>
          <a:xfrm>
            <a:off x="437992" y="1753129"/>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2" name="Google Shape;262;p49"/>
          <p:cNvSpPr txBox="1"/>
          <p:nvPr>
            <p:ph idx="2" type="body"/>
          </p:nvPr>
        </p:nvSpPr>
        <p:spPr>
          <a:xfrm>
            <a:off x="4806951" y="1753129"/>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3" name="Google Shape;263;p49"/>
          <p:cNvSpPr txBox="1"/>
          <p:nvPr>
            <p:ph idx="3" type="body"/>
          </p:nvPr>
        </p:nvSpPr>
        <p:spPr>
          <a:xfrm>
            <a:off x="437992" y="3515984"/>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4" name="Google Shape;264;p49"/>
          <p:cNvSpPr txBox="1"/>
          <p:nvPr>
            <p:ph idx="4" type="body"/>
          </p:nvPr>
        </p:nvSpPr>
        <p:spPr>
          <a:xfrm>
            <a:off x="4806951" y="3515984"/>
            <a:ext cx="3913876" cy="102294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lt1"/>
              </a:buClr>
              <a:buSzPts val="1000"/>
              <a:buFont typeface="Arial"/>
              <a:buNone/>
              <a:defRPr sz="1000"/>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5" name="Google Shape;265;p49"/>
          <p:cNvSpPr/>
          <p:nvPr>
            <p:ph idx="5" type="body"/>
          </p:nvPr>
        </p:nvSpPr>
        <p:spPr>
          <a:xfrm>
            <a:off x="437991" y="1204183"/>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lt1"/>
              </a:buClr>
              <a:buSzPts val="2000"/>
              <a:buFont typeface="Arial"/>
              <a:buNone/>
              <a:defRPr sz="2000">
                <a:solidFill>
                  <a:schemeClr val="lt1"/>
                </a:solidFil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6" name="Google Shape;266;p49"/>
          <p:cNvSpPr/>
          <p:nvPr>
            <p:ph idx="6" type="body"/>
          </p:nvPr>
        </p:nvSpPr>
        <p:spPr>
          <a:xfrm>
            <a:off x="4806950" y="1204183"/>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lt1"/>
              </a:buClr>
              <a:buSzPts val="2000"/>
              <a:buFont typeface="Arial"/>
              <a:buNone/>
              <a:defRPr sz="2000">
                <a:solidFill>
                  <a:schemeClr val="lt1"/>
                </a:solidFil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7" name="Google Shape;267;p49"/>
          <p:cNvSpPr/>
          <p:nvPr>
            <p:ph idx="7" type="body"/>
          </p:nvPr>
        </p:nvSpPr>
        <p:spPr>
          <a:xfrm>
            <a:off x="437991" y="2967038"/>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lt1"/>
              </a:buClr>
              <a:buSzPts val="2000"/>
              <a:buFont typeface="Arial"/>
              <a:buNone/>
              <a:defRPr sz="2000">
                <a:solidFill>
                  <a:schemeClr val="lt1"/>
                </a:solidFil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8" name="Google Shape;268;p49"/>
          <p:cNvSpPr/>
          <p:nvPr>
            <p:ph idx="8" type="body"/>
          </p:nvPr>
        </p:nvSpPr>
        <p:spPr>
          <a:xfrm>
            <a:off x="4806950" y="2967038"/>
            <a:ext cx="457200" cy="457200"/>
          </a:xfrm>
          <a:prstGeom prst="ellipse">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lnSpc>
                <a:spcPct val="110000"/>
              </a:lnSpc>
              <a:spcBef>
                <a:spcPts val="750"/>
              </a:spcBef>
              <a:spcAft>
                <a:spcPts val="0"/>
              </a:spcAft>
              <a:buClr>
                <a:schemeClr val="lt1"/>
              </a:buClr>
              <a:buSzPts val="2000"/>
              <a:buFont typeface="Arial"/>
              <a:buNone/>
              <a:defRPr sz="2000">
                <a:solidFill>
                  <a:schemeClr val="lt1"/>
                </a:solidFil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
        <p:nvSpPr>
          <p:cNvPr id="269" name="Google Shape;269;p49"/>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0" name="Google Shape;270;p49"/>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271" name="Google Shape;271;p49"/>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72" name="Google Shape;272;p49"/>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73" name="Google Shape;273;p49"/>
          <p:cNvSpPr/>
          <p:nvPr>
            <p:ph idx="9" type="pic"/>
          </p:nvPr>
        </p:nvSpPr>
        <p:spPr>
          <a:xfrm>
            <a:off x="7426520" y="4767263"/>
            <a:ext cx="995238" cy="273844"/>
          </a:xfrm>
          <a:prstGeom prst="rect">
            <a:avLst/>
          </a:prstGeom>
          <a:noFill/>
          <a:ln>
            <a:noFill/>
          </a:ln>
        </p:spPr>
      </p:sp>
      <p:sp>
        <p:nvSpPr>
          <p:cNvPr id="274" name="Google Shape;274;p49"/>
          <p:cNvSpPr txBox="1"/>
          <p:nvPr>
            <p:ph idx="13"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lt1"/>
              </a:buClr>
              <a:buSzPts val="1800"/>
              <a:buNone/>
              <a:defRPr/>
            </a:lvl2pPr>
            <a:lvl3pPr indent="-228600" lvl="2" marL="1371600" algn="l">
              <a:lnSpc>
                <a:spcPct val="90000"/>
              </a:lnSpc>
              <a:spcBef>
                <a:spcPts val="375"/>
              </a:spcBef>
              <a:spcAft>
                <a:spcPts val="0"/>
              </a:spcAft>
              <a:buClr>
                <a:schemeClr val="lt1"/>
              </a:buClr>
              <a:buSzPts val="1800"/>
              <a:buNone/>
              <a:defRPr/>
            </a:lvl3pPr>
            <a:lvl4pPr indent="-228600" lvl="3" marL="1828800" algn="l">
              <a:lnSpc>
                <a:spcPct val="90000"/>
              </a:lnSpc>
              <a:spcBef>
                <a:spcPts val="375"/>
              </a:spcBef>
              <a:spcAft>
                <a:spcPts val="0"/>
              </a:spcAft>
              <a:buClr>
                <a:schemeClr val="lt1"/>
              </a:buClr>
              <a:buSzPts val="1800"/>
              <a:buNone/>
              <a:defRPr/>
            </a:lvl4pPr>
            <a:lvl5pPr indent="-228600" lvl="4" marL="2286000" algn="l">
              <a:lnSpc>
                <a:spcPct val="90000"/>
              </a:lnSpc>
              <a:spcBef>
                <a:spcPts val="375"/>
              </a:spcBef>
              <a:spcAft>
                <a:spcPts val="0"/>
              </a:spcAft>
              <a:buClr>
                <a:schemeClr val="lt1"/>
              </a:buClr>
              <a:buSzPts val="1800"/>
              <a:buNone/>
              <a:defRPr/>
            </a:lvl5pPr>
            <a:lvl6pPr indent="-342900" lvl="5" marL="2743200" algn="l">
              <a:lnSpc>
                <a:spcPct val="90000"/>
              </a:lnSpc>
              <a:spcBef>
                <a:spcPts val="375"/>
              </a:spcBef>
              <a:spcAft>
                <a:spcPts val="0"/>
              </a:spcAft>
              <a:buClr>
                <a:schemeClr val="lt1"/>
              </a:buClr>
              <a:buSzPts val="1800"/>
              <a:buChar char="•"/>
              <a:defRPr/>
            </a:lvl6pPr>
            <a:lvl7pPr indent="-342900" lvl="6" marL="3200400" algn="l">
              <a:lnSpc>
                <a:spcPct val="110000"/>
              </a:lnSpc>
              <a:spcBef>
                <a:spcPts val="375"/>
              </a:spcBef>
              <a:spcAft>
                <a:spcPts val="0"/>
              </a:spcAft>
              <a:buClr>
                <a:schemeClr val="lt1"/>
              </a:buClr>
              <a:buSzPts val="1800"/>
              <a:buChar char="•"/>
              <a:defRPr/>
            </a:lvl7pPr>
            <a:lvl8pPr indent="-342900" lvl="7" marL="3657600" algn="l">
              <a:lnSpc>
                <a:spcPct val="90000"/>
              </a:lnSpc>
              <a:spcBef>
                <a:spcPts val="375"/>
              </a:spcBef>
              <a:spcAft>
                <a:spcPts val="0"/>
              </a:spcAft>
              <a:buClr>
                <a:schemeClr val="lt1"/>
              </a:buClr>
              <a:buSzPts val="1800"/>
              <a:buChar char="•"/>
              <a:defRPr/>
            </a:lvl8pPr>
            <a:lvl9pPr indent="-342900" lvl="8" marL="4114800" algn="l">
              <a:lnSpc>
                <a:spcPct val="90000"/>
              </a:lnSpc>
              <a:spcBef>
                <a:spcPts val="375"/>
              </a:spcBef>
              <a:spcAft>
                <a:spcPts val="0"/>
              </a:spcAft>
              <a:buClr>
                <a:schemeClr val="lt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Description - Left">
  <p:cSld name="1_Content with Description - Left">
    <p:bg>
      <p:bgPr>
        <a:solidFill>
          <a:schemeClr val="lt1"/>
        </a:solidFill>
      </p:bgPr>
    </p:bg>
    <p:spTree>
      <p:nvGrpSpPr>
        <p:cNvPr id="275" name="Shape 275"/>
        <p:cNvGrpSpPr/>
        <p:nvPr/>
      </p:nvGrpSpPr>
      <p:grpSpPr>
        <a:xfrm>
          <a:off x="0" y="0"/>
          <a:ext cx="0" cy="0"/>
          <a:chOff x="0" y="0"/>
          <a:chExt cx="0" cy="0"/>
        </a:xfrm>
      </p:grpSpPr>
      <p:sp>
        <p:nvSpPr>
          <p:cNvPr id="276" name="Google Shape;276;p50"/>
          <p:cNvSpPr txBox="1"/>
          <p:nvPr>
            <p:ph idx="1" type="body"/>
          </p:nvPr>
        </p:nvSpPr>
        <p:spPr>
          <a:xfrm>
            <a:off x="437990" y="613992"/>
            <a:ext cx="2965346" cy="806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Font typeface="Arial"/>
              <a:buNone/>
              <a:defRPr b="1" i="0" sz="2000">
                <a:solidFill>
                  <a:schemeClr val="dk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7" name="Google Shape;277;p50"/>
          <p:cNvSpPr txBox="1"/>
          <p:nvPr>
            <p:ph idx="2" type="body"/>
          </p:nvPr>
        </p:nvSpPr>
        <p:spPr>
          <a:xfrm>
            <a:off x="437991" y="1540933"/>
            <a:ext cx="2965346" cy="298857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8" name="Google Shape;278;p50"/>
          <p:cNvSpPr txBox="1"/>
          <p:nvPr>
            <p:ph idx="3" type="body"/>
          </p:nvPr>
        </p:nvSpPr>
        <p:spPr>
          <a:xfrm>
            <a:off x="3887390" y="614723"/>
            <a:ext cx="4803243" cy="391478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11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79" name="Google Shape;279;p50"/>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0" name="Google Shape;280;p50"/>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1" name="Google Shape;281;p50"/>
          <p:cNvSpPr txBox="1"/>
          <p:nvPr>
            <p:ph idx="4"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2" name="Google Shape;282;p50"/>
          <p:cNvSpPr/>
          <p:nvPr>
            <p:ph idx="5" type="pic"/>
          </p:nvPr>
        </p:nvSpPr>
        <p:spPr>
          <a:xfrm>
            <a:off x="7426520" y="4767263"/>
            <a:ext cx="995238" cy="273844"/>
          </a:xfrm>
          <a:prstGeom prst="rect">
            <a:avLst/>
          </a:prstGeom>
          <a:noFill/>
          <a:ln>
            <a:noFill/>
          </a:ln>
        </p:spPr>
      </p:sp>
      <p:cxnSp>
        <p:nvCxnSpPr>
          <p:cNvPr id="283" name="Google Shape;283;p50"/>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84" name="Google Shape;284;p50"/>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Description - Right">
  <p:cSld name="3_Content with Description - Right">
    <p:bg>
      <p:bgPr>
        <a:solidFill>
          <a:schemeClr val="lt1"/>
        </a:solidFill>
      </p:bgPr>
    </p:bg>
    <p:spTree>
      <p:nvGrpSpPr>
        <p:cNvPr id="285" name="Shape 285"/>
        <p:cNvGrpSpPr/>
        <p:nvPr/>
      </p:nvGrpSpPr>
      <p:grpSpPr>
        <a:xfrm>
          <a:off x="0" y="0"/>
          <a:ext cx="0" cy="0"/>
          <a:chOff x="0" y="0"/>
          <a:chExt cx="0" cy="0"/>
        </a:xfrm>
      </p:grpSpPr>
      <p:sp>
        <p:nvSpPr>
          <p:cNvPr id="286" name="Google Shape;286;p51"/>
          <p:cNvSpPr txBox="1"/>
          <p:nvPr>
            <p:ph idx="1" type="body"/>
          </p:nvPr>
        </p:nvSpPr>
        <p:spPr>
          <a:xfrm>
            <a:off x="437989" y="614723"/>
            <a:ext cx="4362611" cy="384272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000"/>
              <a:buFont typeface="Arial"/>
              <a:buNone/>
              <a:defRPr sz="1000"/>
            </a:lvl1pPr>
            <a:lvl2pPr indent="-228600" lvl="1" marL="914400" algn="l">
              <a:lnSpc>
                <a:spcPct val="90000"/>
              </a:lnSpc>
              <a:spcBef>
                <a:spcPts val="375"/>
              </a:spcBef>
              <a:spcAft>
                <a:spcPts val="0"/>
              </a:spcAft>
              <a:buClr>
                <a:schemeClr val="dk1"/>
              </a:buClr>
              <a:buSzPts val="1000"/>
              <a:buFont typeface="Arial"/>
              <a:buNone/>
              <a:defRPr sz="1000"/>
            </a:lvl2pPr>
            <a:lvl3pPr indent="-228600" lvl="2" marL="1371600" algn="l">
              <a:lnSpc>
                <a:spcPct val="90000"/>
              </a:lnSpc>
              <a:spcBef>
                <a:spcPts val="375"/>
              </a:spcBef>
              <a:spcAft>
                <a:spcPts val="0"/>
              </a:spcAft>
              <a:buClr>
                <a:schemeClr val="dk1"/>
              </a:buClr>
              <a:buSzPts val="1000"/>
              <a:buFont typeface="Arial"/>
              <a:buNone/>
              <a:defRPr sz="1000"/>
            </a:lvl3pPr>
            <a:lvl4pPr indent="-228600" lvl="3" marL="1828800" algn="l">
              <a:lnSpc>
                <a:spcPct val="90000"/>
              </a:lnSpc>
              <a:spcBef>
                <a:spcPts val="375"/>
              </a:spcBef>
              <a:spcAft>
                <a:spcPts val="0"/>
              </a:spcAft>
              <a:buClr>
                <a:schemeClr val="dk1"/>
              </a:buClr>
              <a:buSzPts val="1000"/>
              <a:buFont typeface="Arial"/>
              <a:buNone/>
              <a:defRPr sz="1000"/>
            </a:lvl4pPr>
            <a:lvl5pPr indent="-228600" lvl="4" marL="2286000" algn="l">
              <a:lnSpc>
                <a:spcPct val="90000"/>
              </a:lnSpc>
              <a:spcBef>
                <a:spcPts val="375"/>
              </a:spcBef>
              <a:spcAft>
                <a:spcPts val="0"/>
              </a:spcAft>
              <a:buClr>
                <a:schemeClr val="dk1"/>
              </a:buClr>
              <a:buSzPts val="1000"/>
              <a:buFont typeface="Arial"/>
              <a:buNone/>
              <a:defRPr sz="10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11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87" name="Google Shape;287;p51"/>
          <p:cNvSpPr txBox="1"/>
          <p:nvPr>
            <p:ph idx="2" type="body"/>
          </p:nvPr>
        </p:nvSpPr>
        <p:spPr>
          <a:xfrm>
            <a:off x="5725287" y="1540933"/>
            <a:ext cx="2965346" cy="2916519"/>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800"/>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8" name="Google Shape;288;p51"/>
          <p:cNvSpPr txBox="1"/>
          <p:nvPr>
            <p:ph idx="3" type="body"/>
          </p:nvPr>
        </p:nvSpPr>
        <p:spPr>
          <a:xfrm>
            <a:off x="5725286" y="613992"/>
            <a:ext cx="2965346" cy="806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Font typeface="Arial"/>
              <a:buNone/>
              <a:defRPr b="1" i="0" sz="2000">
                <a:solidFill>
                  <a:schemeClr val="dk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9" name="Google Shape;289;p51"/>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90" name="Google Shape;290;p51"/>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1" name="Google Shape;291;p51"/>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292" name="Google Shape;292;p51"/>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293" name="Google Shape;293;p51"/>
          <p:cNvSpPr/>
          <p:nvPr>
            <p:ph idx="4" type="pic"/>
          </p:nvPr>
        </p:nvSpPr>
        <p:spPr>
          <a:xfrm>
            <a:off x="7426520" y="4767263"/>
            <a:ext cx="995238" cy="273844"/>
          </a:xfrm>
          <a:prstGeom prst="rect">
            <a:avLst/>
          </a:prstGeom>
          <a:noFill/>
          <a:ln>
            <a:noFill/>
          </a:ln>
        </p:spPr>
      </p:sp>
      <p:sp>
        <p:nvSpPr>
          <p:cNvPr id="294" name="Google Shape;294;p51"/>
          <p:cNvSpPr txBox="1"/>
          <p:nvPr>
            <p:ph idx="5"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bg>
      <p:bgPr>
        <a:solidFill>
          <a:schemeClr val="lt1"/>
        </a:solidFill>
      </p:bgPr>
    </p:bg>
    <p:spTree>
      <p:nvGrpSpPr>
        <p:cNvPr id="295" name="Shape 295"/>
        <p:cNvGrpSpPr/>
        <p:nvPr/>
      </p:nvGrpSpPr>
      <p:grpSpPr>
        <a:xfrm>
          <a:off x="0" y="0"/>
          <a:ext cx="0" cy="0"/>
          <a:chOff x="0" y="0"/>
          <a:chExt cx="0" cy="0"/>
        </a:xfrm>
      </p:grpSpPr>
      <p:sp>
        <p:nvSpPr>
          <p:cNvPr id="296" name="Google Shape;296;p52"/>
          <p:cNvSpPr/>
          <p:nvPr>
            <p:ph idx="2" type="pic"/>
          </p:nvPr>
        </p:nvSpPr>
        <p:spPr>
          <a:xfrm>
            <a:off x="3092823" y="-1"/>
            <a:ext cx="6051176" cy="5143502"/>
          </a:xfrm>
          <a:prstGeom prst="rect">
            <a:avLst/>
          </a:prstGeom>
          <a:solidFill>
            <a:schemeClr val="lt2"/>
          </a:solidFill>
          <a:ln>
            <a:noFill/>
          </a:ln>
        </p:spPr>
      </p:sp>
      <p:sp>
        <p:nvSpPr>
          <p:cNvPr id="297" name="Google Shape;297;p52"/>
          <p:cNvSpPr txBox="1"/>
          <p:nvPr>
            <p:ph idx="1" type="body"/>
          </p:nvPr>
        </p:nvSpPr>
        <p:spPr>
          <a:xfrm>
            <a:off x="437990" y="613992"/>
            <a:ext cx="2965346" cy="806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accent1"/>
              </a:buClr>
              <a:buSzPts val="2000"/>
              <a:buFont typeface="Arial"/>
              <a:buNone/>
              <a:defRPr b="1" i="0" sz="2000" cap="none">
                <a:solidFill>
                  <a:schemeClr val="accent1"/>
                </a:solidFill>
                <a:latin typeface="Arial"/>
                <a:ea typeface="Arial"/>
                <a:cs typeface="Arial"/>
                <a:sym typeface="Aria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8" name="Google Shape;298;p52"/>
          <p:cNvSpPr txBox="1"/>
          <p:nvPr>
            <p:ph idx="3" type="body"/>
          </p:nvPr>
        </p:nvSpPr>
        <p:spPr>
          <a:xfrm>
            <a:off x="437991" y="1540933"/>
            <a:ext cx="2965346" cy="309179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750"/>
              </a:spcBef>
              <a:spcAft>
                <a:spcPts val="0"/>
              </a:spcAft>
              <a:buClr>
                <a:schemeClr val="dk1"/>
              </a:buClr>
              <a:buSzPts val="1200"/>
              <a:buFont typeface="Arial"/>
              <a:buNone/>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bg>
      <p:bgPr>
        <a:solidFill>
          <a:schemeClr val="lt1"/>
        </a:solidFill>
      </p:bgPr>
    </p:bg>
    <p:spTree>
      <p:nvGrpSpPr>
        <p:cNvPr id="299" name="Shape 299"/>
        <p:cNvGrpSpPr/>
        <p:nvPr/>
      </p:nvGrpSpPr>
      <p:grpSpPr>
        <a:xfrm>
          <a:off x="0" y="0"/>
          <a:ext cx="0" cy="0"/>
          <a:chOff x="0" y="0"/>
          <a:chExt cx="0" cy="0"/>
        </a:xfrm>
      </p:grpSpPr>
      <p:sp>
        <p:nvSpPr>
          <p:cNvPr id="300" name="Google Shape;300;p53"/>
          <p:cNvSpPr/>
          <p:nvPr/>
        </p:nvSpPr>
        <p:spPr>
          <a:xfrm>
            <a:off x="0" y="4703885"/>
            <a:ext cx="9143333" cy="43961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01" name="Google Shape;301;p53"/>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2" name="Google Shape;302;p53"/>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chemeClr val="lt1"/>
                </a:solidFill>
                <a:latin typeface="Arial"/>
                <a:ea typeface="Arial"/>
                <a:cs typeface="Arial"/>
                <a:sym typeface="Arial"/>
              </a:defRPr>
            </a:lvl1pPr>
            <a:lvl2pPr indent="0" lvl="1" marL="0" marR="0" rtl="0" algn="l">
              <a:spcBef>
                <a:spcPts val="0"/>
              </a:spcBef>
              <a:buNone/>
              <a:defRPr b="0" i="0" sz="800" u="none" cap="none" strike="noStrike">
                <a:solidFill>
                  <a:schemeClr val="lt1"/>
                </a:solidFill>
                <a:latin typeface="Arial"/>
                <a:ea typeface="Arial"/>
                <a:cs typeface="Arial"/>
                <a:sym typeface="Arial"/>
              </a:defRPr>
            </a:lvl2pPr>
            <a:lvl3pPr indent="0" lvl="2" marL="0" marR="0" rtl="0" algn="l">
              <a:spcBef>
                <a:spcPts val="0"/>
              </a:spcBef>
              <a:buNone/>
              <a:defRPr b="0" i="0" sz="800" u="none" cap="none" strike="noStrike">
                <a:solidFill>
                  <a:schemeClr val="lt1"/>
                </a:solidFill>
                <a:latin typeface="Arial"/>
                <a:ea typeface="Arial"/>
                <a:cs typeface="Arial"/>
                <a:sym typeface="Arial"/>
              </a:defRPr>
            </a:lvl3pPr>
            <a:lvl4pPr indent="0" lvl="3" marL="0" marR="0" rtl="0" algn="l">
              <a:spcBef>
                <a:spcPts val="0"/>
              </a:spcBef>
              <a:buNone/>
              <a:defRPr b="0" i="0" sz="800" u="none" cap="none" strike="noStrike">
                <a:solidFill>
                  <a:schemeClr val="lt1"/>
                </a:solidFill>
                <a:latin typeface="Arial"/>
                <a:ea typeface="Arial"/>
                <a:cs typeface="Arial"/>
                <a:sym typeface="Arial"/>
              </a:defRPr>
            </a:lvl4pPr>
            <a:lvl5pPr indent="0" lvl="4" marL="0" marR="0" rtl="0" algn="l">
              <a:spcBef>
                <a:spcPts val="0"/>
              </a:spcBef>
              <a:buNone/>
              <a:defRPr b="0" i="0" sz="800" u="none" cap="none" strike="noStrike">
                <a:solidFill>
                  <a:schemeClr val="lt1"/>
                </a:solidFill>
                <a:latin typeface="Arial"/>
                <a:ea typeface="Arial"/>
                <a:cs typeface="Arial"/>
                <a:sym typeface="Arial"/>
              </a:defRPr>
            </a:lvl5pPr>
            <a:lvl6pPr indent="0" lvl="5" marL="0" marR="0" rtl="0" algn="l">
              <a:spcBef>
                <a:spcPts val="0"/>
              </a:spcBef>
              <a:buNone/>
              <a:defRPr b="0" i="0" sz="800" u="none" cap="none" strike="noStrike">
                <a:solidFill>
                  <a:schemeClr val="lt1"/>
                </a:solidFill>
                <a:latin typeface="Arial"/>
                <a:ea typeface="Arial"/>
                <a:cs typeface="Arial"/>
                <a:sym typeface="Arial"/>
              </a:defRPr>
            </a:lvl6pPr>
            <a:lvl7pPr indent="0" lvl="6" marL="0" marR="0" rtl="0" algn="l">
              <a:spcBef>
                <a:spcPts val="0"/>
              </a:spcBef>
              <a:buNone/>
              <a:defRPr b="0" i="0" sz="800" u="none" cap="none" strike="noStrike">
                <a:solidFill>
                  <a:schemeClr val="lt1"/>
                </a:solidFill>
                <a:latin typeface="Arial"/>
                <a:ea typeface="Arial"/>
                <a:cs typeface="Arial"/>
                <a:sym typeface="Arial"/>
              </a:defRPr>
            </a:lvl7pPr>
            <a:lvl8pPr indent="0" lvl="7" marL="0" marR="0" rtl="0" algn="l">
              <a:spcBef>
                <a:spcPts val="0"/>
              </a:spcBef>
              <a:buNone/>
              <a:defRPr b="0" i="0" sz="800" u="none" cap="none" strike="noStrike">
                <a:solidFill>
                  <a:schemeClr val="lt1"/>
                </a:solidFill>
                <a:latin typeface="Arial"/>
                <a:ea typeface="Arial"/>
                <a:cs typeface="Arial"/>
                <a:sym typeface="Arial"/>
              </a:defRPr>
            </a:lvl8pPr>
            <a:lvl9pPr indent="0" lvl="8" marL="0" marR="0" rtl="0" algn="l">
              <a:spcBef>
                <a:spcPts val="0"/>
              </a:spcBef>
              <a:buNone/>
              <a:defRPr b="0" i="0" sz="8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303" name="Google Shape;303;p53"/>
          <p:cNvCxnSpPr/>
          <p:nvPr/>
        </p:nvCxnSpPr>
        <p:spPr>
          <a:xfrm>
            <a:off x="8525933" y="4767263"/>
            <a:ext cx="0" cy="273844"/>
          </a:xfrm>
          <a:prstGeom prst="straightConnector1">
            <a:avLst/>
          </a:prstGeom>
          <a:noFill/>
          <a:ln cap="flat" cmpd="sng" w="9525">
            <a:solidFill>
              <a:schemeClr val="lt1"/>
            </a:solidFill>
            <a:prstDash val="solid"/>
            <a:miter lim="800000"/>
            <a:headEnd len="sm" w="sm" type="none"/>
            <a:tailEnd len="sm" w="sm" type="none"/>
          </a:ln>
        </p:spPr>
      </p:cxnSp>
      <p:sp>
        <p:nvSpPr>
          <p:cNvPr id="304" name="Google Shape;304;p53"/>
          <p:cNvSpPr/>
          <p:nvPr>
            <p:ph idx="2" type="pic"/>
          </p:nvPr>
        </p:nvSpPr>
        <p:spPr>
          <a:xfrm>
            <a:off x="7426520" y="4767263"/>
            <a:ext cx="995238" cy="273844"/>
          </a:xfrm>
          <a:prstGeom prst="rect">
            <a:avLst/>
          </a:prstGeom>
          <a:noFill/>
          <a:ln>
            <a:noFill/>
          </a:ln>
        </p:spPr>
      </p:sp>
      <p:sp>
        <p:nvSpPr>
          <p:cNvPr id="305" name="Google Shape;305;p53"/>
          <p:cNvSpPr txBox="1"/>
          <p:nvPr>
            <p:ph idx="1"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lt1"/>
              </a:buClr>
              <a:buSzPts val="800"/>
              <a:buFont typeface="Arial"/>
              <a:buNone/>
              <a:defRPr sz="800">
                <a:solidFill>
                  <a:schemeClr val="lt1"/>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solidFill>
          <a:schemeClr val="lt1"/>
        </a:solidFill>
      </p:bgPr>
    </p:bg>
    <p:spTree>
      <p:nvGrpSpPr>
        <p:cNvPr id="306" name="Shape 306"/>
        <p:cNvGrpSpPr/>
        <p:nvPr/>
      </p:nvGrpSpPr>
      <p:grpSpPr>
        <a:xfrm>
          <a:off x="0" y="0"/>
          <a:ext cx="0" cy="0"/>
          <a:chOff x="0" y="0"/>
          <a:chExt cx="0" cy="0"/>
        </a:xfrm>
      </p:grpSpPr>
      <p:sp>
        <p:nvSpPr>
          <p:cNvPr id="307" name="Google Shape;307;p54"/>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8" name="Google Shape;308;p54"/>
          <p:cNvSpPr txBox="1"/>
          <p:nvPr>
            <p:ph idx="1"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750"/>
              </a:spcBef>
              <a:spcAft>
                <a:spcPts val="0"/>
              </a:spcAft>
              <a:buClr>
                <a:schemeClr val="accent4"/>
              </a:buClr>
              <a:buSzPts val="800"/>
              <a:buFont typeface="Arial"/>
              <a:buNone/>
              <a:defRPr sz="800">
                <a:solidFill>
                  <a:schemeClr val="accent4"/>
                </a:solidFill>
              </a:defRPr>
            </a:lvl1pPr>
            <a:lvl2pPr indent="-228600" lvl="1" marL="914400" algn="l">
              <a:lnSpc>
                <a:spcPct val="90000"/>
              </a:lnSpc>
              <a:spcBef>
                <a:spcPts val="375"/>
              </a:spcBef>
              <a:spcAft>
                <a:spcPts val="0"/>
              </a:spcAft>
              <a:buClr>
                <a:schemeClr val="dk1"/>
              </a:buClr>
              <a:buSzPts val="1800"/>
              <a:buNone/>
              <a:defRPr/>
            </a:lvl2pPr>
            <a:lvl3pPr indent="-228600" lvl="2" marL="1371600" algn="l">
              <a:lnSpc>
                <a:spcPct val="90000"/>
              </a:lnSpc>
              <a:spcBef>
                <a:spcPts val="375"/>
              </a:spcBef>
              <a:spcAft>
                <a:spcPts val="0"/>
              </a:spcAft>
              <a:buClr>
                <a:schemeClr val="dk1"/>
              </a:buClr>
              <a:buSzPts val="1800"/>
              <a:buNone/>
              <a:defRPr/>
            </a:lvl3pPr>
            <a:lvl4pPr indent="-228600" lvl="3" marL="1828800" algn="l">
              <a:lnSpc>
                <a:spcPct val="90000"/>
              </a:lnSpc>
              <a:spcBef>
                <a:spcPts val="375"/>
              </a:spcBef>
              <a:spcAft>
                <a:spcPts val="0"/>
              </a:spcAft>
              <a:buClr>
                <a:schemeClr val="dk1"/>
              </a:buClr>
              <a:buSzPts val="1800"/>
              <a:buNone/>
              <a:defRPr/>
            </a:lvl4pPr>
            <a:lvl5pPr indent="-228600" lvl="4" marL="2286000" algn="l">
              <a:lnSpc>
                <a:spcPct val="90000"/>
              </a:lnSpc>
              <a:spcBef>
                <a:spcPts val="375"/>
              </a:spcBef>
              <a:spcAft>
                <a:spcPts val="0"/>
              </a:spcAft>
              <a:buClr>
                <a:schemeClr val="dk1"/>
              </a:buClr>
              <a:buSzPts val="1800"/>
              <a:buNone/>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11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9" name="Google Shape;309;p54"/>
          <p:cNvSpPr/>
          <p:nvPr>
            <p:ph idx="2" type="pic"/>
          </p:nvPr>
        </p:nvSpPr>
        <p:spPr>
          <a:xfrm>
            <a:off x="7426519" y="4767263"/>
            <a:ext cx="995235" cy="273844"/>
          </a:xfrm>
          <a:prstGeom prst="rect">
            <a:avLst/>
          </a:prstGeom>
          <a:noFill/>
          <a:ln>
            <a:noFill/>
          </a:ln>
        </p:spPr>
      </p:sp>
      <p:cxnSp>
        <p:nvCxnSpPr>
          <p:cNvPr id="310" name="Google Shape;310;p54"/>
          <p:cNvCxnSpPr/>
          <p:nvPr/>
        </p:nvCxnSpPr>
        <p:spPr>
          <a:xfrm>
            <a:off x="8525933" y="4767263"/>
            <a:ext cx="0" cy="273844"/>
          </a:xfrm>
          <a:prstGeom prst="straightConnector1">
            <a:avLst/>
          </a:prstGeom>
          <a:noFill/>
          <a:ln cap="flat" cmpd="sng" w="9525">
            <a:solidFill>
              <a:schemeClr val="accent1"/>
            </a:solidFill>
            <a:prstDash val="solid"/>
            <a:miter lim="800000"/>
            <a:headEnd len="sm" w="sm" type="none"/>
            <a:tailEnd len="sm" w="sm" type="none"/>
          </a:ln>
        </p:spPr>
      </p:cxnSp>
      <p:sp>
        <p:nvSpPr>
          <p:cNvPr id="311" name="Google Shape;311;p54"/>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800" u="none" cap="none" strike="noStrike">
                <a:solidFill>
                  <a:srgbClr val="888888"/>
                </a:solidFill>
                <a:latin typeface="Arial"/>
                <a:ea typeface="Arial"/>
                <a:cs typeface="Arial"/>
                <a:sym typeface="Arial"/>
              </a:defRPr>
            </a:lvl1pPr>
            <a:lvl2pPr indent="0" lvl="1" marL="0" marR="0" rtl="0" algn="l">
              <a:spcBef>
                <a:spcPts val="0"/>
              </a:spcBef>
              <a:buNone/>
              <a:defRPr b="0" i="0" sz="800" u="none" cap="none" strike="noStrike">
                <a:solidFill>
                  <a:srgbClr val="888888"/>
                </a:solidFill>
                <a:latin typeface="Arial"/>
                <a:ea typeface="Arial"/>
                <a:cs typeface="Arial"/>
                <a:sym typeface="Arial"/>
              </a:defRPr>
            </a:lvl2pPr>
            <a:lvl3pPr indent="0" lvl="2" marL="0" marR="0" rtl="0" algn="l">
              <a:spcBef>
                <a:spcPts val="0"/>
              </a:spcBef>
              <a:buNone/>
              <a:defRPr b="0" i="0" sz="800" u="none" cap="none" strike="noStrike">
                <a:solidFill>
                  <a:srgbClr val="888888"/>
                </a:solidFill>
                <a:latin typeface="Arial"/>
                <a:ea typeface="Arial"/>
                <a:cs typeface="Arial"/>
                <a:sym typeface="Arial"/>
              </a:defRPr>
            </a:lvl3pPr>
            <a:lvl4pPr indent="0" lvl="3" marL="0" marR="0" rtl="0" algn="l">
              <a:spcBef>
                <a:spcPts val="0"/>
              </a:spcBef>
              <a:buNone/>
              <a:defRPr b="0" i="0" sz="800" u="none" cap="none" strike="noStrike">
                <a:solidFill>
                  <a:srgbClr val="888888"/>
                </a:solidFill>
                <a:latin typeface="Arial"/>
                <a:ea typeface="Arial"/>
                <a:cs typeface="Arial"/>
                <a:sym typeface="Arial"/>
              </a:defRPr>
            </a:lvl4pPr>
            <a:lvl5pPr indent="0" lvl="4" marL="0" marR="0" rtl="0" algn="l">
              <a:spcBef>
                <a:spcPts val="0"/>
              </a:spcBef>
              <a:buNone/>
              <a:defRPr b="0" i="0" sz="800" u="none" cap="none" strike="noStrike">
                <a:solidFill>
                  <a:srgbClr val="888888"/>
                </a:solidFill>
                <a:latin typeface="Arial"/>
                <a:ea typeface="Arial"/>
                <a:cs typeface="Arial"/>
                <a:sym typeface="Arial"/>
              </a:defRPr>
            </a:lvl5pPr>
            <a:lvl6pPr indent="0" lvl="5" marL="0" marR="0" rtl="0" algn="l">
              <a:spcBef>
                <a:spcPts val="0"/>
              </a:spcBef>
              <a:buNone/>
              <a:defRPr b="0" i="0" sz="800" u="none" cap="none" strike="noStrike">
                <a:solidFill>
                  <a:srgbClr val="888888"/>
                </a:solidFill>
                <a:latin typeface="Arial"/>
                <a:ea typeface="Arial"/>
                <a:cs typeface="Arial"/>
                <a:sym typeface="Arial"/>
              </a:defRPr>
            </a:lvl6pPr>
            <a:lvl7pPr indent="0" lvl="6" marL="0" marR="0" rtl="0" algn="l">
              <a:spcBef>
                <a:spcPts val="0"/>
              </a:spcBef>
              <a:buNone/>
              <a:defRPr b="0" i="0" sz="800" u="none" cap="none" strike="noStrike">
                <a:solidFill>
                  <a:srgbClr val="888888"/>
                </a:solidFill>
                <a:latin typeface="Arial"/>
                <a:ea typeface="Arial"/>
                <a:cs typeface="Arial"/>
                <a:sym typeface="Arial"/>
              </a:defRPr>
            </a:lvl7pPr>
            <a:lvl8pPr indent="0" lvl="7" marL="0" marR="0" rtl="0" algn="l">
              <a:spcBef>
                <a:spcPts val="0"/>
              </a:spcBef>
              <a:buNone/>
              <a:defRPr b="0" i="0" sz="800" u="none" cap="none" strike="noStrike">
                <a:solidFill>
                  <a:srgbClr val="888888"/>
                </a:solidFill>
                <a:latin typeface="Arial"/>
                <a:ea typeface="Arial"/>
                <a:cs typeface="Arial"/>
                <a:sym typeface="Arial"/>
              </a:defRPr>
            </a:lvl8pPr>
            <a:lvl9pPr indent="0" lvl="8" marL="0" marR="0" rtl="0" algn="l">
              <a:spcBef>
                <a:spcPts val="0"/>
              </a:spcBef>
              <a:buNone/>
              <a:defRPr b="0" i="0" sz="800" u="none" cap="none" strike="noStrike">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37990" y="614723"/>
            <a:ext cx="8268020" cy="806821"/>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2500"/>
              <a:buFont typeface="Arial Black"/>
              <a:buNone/>
              <a:defRPr b="1" i="0" sz="2500" u="none" cap="none" strike="noStrike">
                <a:solidFill>
                  <a:schemeClr val="dk1"/>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437990" y="1536807"/>
            <a:ext cx="8268020" cy="3095915"/>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75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11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
          <p:cNvSpPr txBox="1"/>
          <p:nvPr>
            <p:ph idx="1" type="subTitle"/>
          </p:nvPr>
        </p:nvSpPr>
        <p:spPr>
          <a:xfrm>
            <a:off x="493925" y="3404075"/>
            <a:ext cx="7688100" cy="49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713"/>
              <a:buFont typeface="Arial"/>
              <a:buNone/>
            </a:pPr>
            <a:r>
              <a:rPr lang="en-US" sz="1512"/>
              <a:t>Matthew Eleazar | Data Scientist, </a:t>
            </a:r>
            <a:r>
              <a:rPr lang="en-US" sz="1512"/>
              <a:t>Quantitative Methods - 202570 BANA-6350-7QA</a:t>
            </a:r>
            <a:endParaRPr sz="1512"/>
          </a:p>
          <a:p>
            <a:pPr indent="0" lvl="0" marL="0" rtl="0" algn="l">
              <a:lnSpc>
                <a:spcPct val="100000"/>
              </a:lnSpc>
              <a:spcBef>
                <a:spcPts val="750"/>
              </a:spcBef>
              <a:spcAft>
                <a:spcPts val="0"/>
              </a:spcAft>
              <a:buClr>
                <a:schemeClr val="dk1"/>
              </a:buClr>
              <a:buSzPts val="713"/>
              <a:buFont typeface="Arial"/>
              <a:buNone/>
            </a:pPr>
            <a:r>
              <a:t/>
            </a:r>
            <a:endParaRPr sz="712"/>
          </a:p>
        </p:txBody>
      </p:sp>
      <p:sp>
        <p:nvSpPr>
          <p:cNvPr id="317" name="Google Shape;317;p2"/>
          <p:cNvSpPr txBox="1"/>
          <p:nvPr>
            <p:ph type="ctrTitle"/>
          </p:nvPr>
        </p:nvSpPr>
        <p:spPr>
          <a:xfrm>
            <a:off x="493922" y="1392872"/>
            <a:ext cx="4943632" cy="1989851"/>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10000"/>
              </a:lnSpc>
              <a:spcBef>
                <a:spcPts val="0"/>
              </a:spcBef>
              <a:spcAft>
                <a:spcPts val="0"/>
              </a:spcAft>
              <a:buClr>
                <a:schemeClr val="dk1"/>
              </a:buClr>
              <a:buSzPct val="100000"/>
              <a:buFont typeface="Arial Black"/>
              <a:buNone/>
            </a:pPr>
            <a:r>
              <a:rPr lang="en-US"/>
              <a:t>Predicting Heart Disease Using Machine Learning Classification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
          <p:cNvSpPr txBox="1"/>
          <p:nvPr>
            <p:ph type="title"/>
          </p:nvPr>
        </p:nvSpPr>
        <p:spPr>
          <a:xfrm>
            <a:off x="438000" y="369799"/>
            <a:ext cx="8556000" cy="58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Business Problem, Background, Objectives</a:t>
            </a:r>
            <a:endParaRPr/>
          </a:p>
        </p:txBody>
      </p:sp>
      <p:sp>
        <p:nvSpPr>
          <p:cNvPr id="323" name="Google Shape;323;p5"/>
          <p:cNvSpPr txBox="1"/>
          <p:nvPr>
            <p:ph idx="1" type="body"/>
          </p:nvPr>
        </p:nvSpPr>
        <p:spPr>
          <a:xfrm>
            <a:off x="444625" y="938900"/>
            <a:ext cx="8429100" cy="3580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Business Problem:</a:t>
            </a:r>
            <a:r>
              <a:rPr b="0" lang="en-US" sz="1400"/>
              <a:t> Heart disease is the leading cause of death globally, claiming 17.9 million lives annually. Early detection is critical but often delayed, resulting in preventable deaths and escalating healthcare costs. Traditional risk assessment relies heavily on physician judgment, which can vary in accuracy.</a:t>
            </a:r>
            <a:endParaRPr b="0" sz="1400"/>
          </a:p>
          <a:p>
            <a:pPr indent="0" lvl="0" marL="0" rtl="0" algn="l">
              <a:lnSpc>
                <a:spcPct val="115000"/>
              </a:lnSpc>
              <a:spcBef>
                <a:spcPts val="1200"/>
              </a:spcBef>
              <a:spcAft>
                <a:spcPts val="0"/>
              </a:spcAft>
              <a:buClr>
                <a:schemeClr val="dk1"/>
              </a:buClr>
              <a:buSzPts val="1100"/>
              <a:buFont typeface="Arial"/>
              <a:buNone/>
            </a:pPr>
            <a:r>
              <a:rPr lang="en-US" sz="1400"/>
              <a:t>Background:</a:t>
            </a:r>
            <a:r>
              <a:rPr b="0" lang="en-US" sz="1400"/>
              <a:t> The Cleveland Heart Disease dataset contains clinical measurements from 297 patients, including demographics, vital signs, and diagnostic test results. This data provides an opportunity to build predictive models that can assist healthcare providers in identifying at-risk patients earlier.</a:t>
            </a:r>
            <a:endParaRPr b="0" sz="1400"/>
          </a:p>
          <a:p>
            <a:pPr indent="0" lvl="0" marL="0" rtl="0" algn="l">
              <a:lnSpc>
                <a:spcPct val="115000"/>
              </a:lnSpc>
              <a:spcBef>
                <a:spcPts val="1200"/>
              </a:spcBef>
              <a:spcAft>
                <a:spcPts val="0"/>
              </a:spcAft>
              <a:buClr>
                <a:schemeClr val="dk1"/>
              </a:buClr>
              <a:buSzPts val="1100"/>
              <a:buFont typeface="Arial"/>
              <a:buNone/>
            </a:pPr>
            <a:r>
              <a:rPr lang="en-US" sz="1400"/>
              <a:t>Project Objectives:</a:t>
            </a:r>
            <a:endParaRPr sz="1400"/>
          </a:p>
          <a:p>
            <a:pPr indent="-317500" lvl="0" marL="457200" rtl="0" algn="l">
              <a:lnSpc>
                <a:spcPct val="115000"/>
              </a:lnSpc>
              <a:spcBef>
                <a:spcPts val="1200"/>
              </a:spcBef>
              <a:spcAft>
                <a:spcPts val="0"/>
              </a:spcAft>
              <a:buSzPts val="1400"/>
              <a:buAutoNum type="arabicPeriod"/>
            </a:pPr>
            <a:r>
              <a:rPr b="0" lang="en-US" sz="1400"/>
              <a:t>Develop an accurate classification model to predict heart disease presence</a:t>
            </a:r>
            <a:endParaRPr b="0" sz="1400"/>
          </a:p>
          <a:p>
            <a:pPr indent="-317500" lvl="0" marL="457200" rtl="0" algn="l">
              <a:lnSpc>
                <a:spcPct val="115000"/>
              </a:lnSpc>
              <a:spcBef>
                <a:spcPts val="0"/>
              </a:spcBef>
              <a:spcAft>
                <a:spcPts val="0"/>
              </a:spcAft>
              <a:buSzPts val="1400"/>
              <a:buAutoNum type="arabicPeriod"/>
            </a:pPr>
            <a:r>
              <a:rPr b="0" lang="en-US" sz="1400"/>
              <a:t>Compare multiple machine learning techniques to identify the best-performing approach</a:t>
            </a:r>
            <a:endParaRPr b="0" sz="1400"/>
          </a:p>
          <a:p>
            <a:pPr indent="-317500" lvl="0" marL="457200" rtl="0" algn="l">
              <a:lnSpc>
                <a:spcPct val="115000"/>
              </a:lnSpc>
              <a:spcBef>
                <a:spcPts val="0"/>
              </a:spcBef>
              <a:spcAft>
                <a:spcPts val="0"/>
              </a:spcAft>
              <a:buSzPts val="1400"/>
              <a:buAutoNum type="arabicPeriod"/>
            </a:pPr>
            <a:r>
              <a:rPr b="0" lang="en-US" sz="1400"/>
              <a:t>Provide actionable insights on key risk factors</a:t>
            </a:r>
            <a:endParaRPr b="0" sz="1400"/>
          </a:p>
          <a:p>
            <a:pPr indent="-317500" lvl="0" marL="457200" rtl="0" algn="l">
              <a:lnSpc>
                <a:spcPct val="115000"/>
              </a:lnSpc>
              <a:spcBef>
                <a:spcPts val="0"/>
              </a:spcBef>
              <a:spcAft>
                <a:spcPts val="0"/>
              </a:spcAft>
              <a:buSzPts val="1400"/>
              <a:buAutoNum type="arabicPeriod"/>
            </a:pPr>
            <a:r>
              <a:rPr b="0" lang="en-US" sz="1400"/>
              <a:t>Deliver a reliable clinical decision-support tool that can improve patient outcomes and optimize resource allocatio</a:t>
            </a:r>
            <a:r>
              <a:rPr b="0" lang="en-US" sz="1400"/>
              <a:t>n</a:t>
            </a:r>
            <a:endParaRPr b="0" sz="1400"/>
          </a:p>
          <a:p>
            <a:pPr indent="0" lvl="0" marL="457200" rtl="0" algn="l">
              <a:lnSpc>
                <a:spcPct val="110000"/>
              </a:lnSpc>
              <a:spcBef>
                <a:spcPts val="1200"/>
              </a:spcBef>
              <a:spcAft>
                <a:spcPts val="0"/>
              </a:spcAft>
              <a:buNone/>
            </a:pPr>
            <a:r>
              <a:t/>
            </a:r>
            <a:endParaRPr sz="1400"/>
          </a:p>
        </p:txBody>
      </p:sp>
      <p:sp>
        <p:nvSpPr>
          <p:cNvPr id="324" name="Google Shape;324;p5"/>
          <p:cNvSpPr txBox="1"/>
          <p:nvPr>
            <p:ph idx="11" type="ftr"/>
          </p:nvPr>
        </p:nvSpPr>
        <p:spPr>
          <a:xfrm>
            <a:off x="437989" y="4767263"/>
            <a:ext cx="5505611"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5"/>
          <p:cNvSpPr txBox="1"/>
          <p:nvPr>
            <p:ph idx="3" type="body"/>
          </p:nvPr>
        </p:nvSpPr>
        <p:spPr>
          <a:xfrm>
            <a:off x="6186116" y="4767264"/>
            <a:ext cx="1200646" cy="273844"/>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26" name="Google Shape;326;p5"/>
          <p:cNvSpPr/>
          <p:nvPr>
            <p:ph idx="4" type="pic"/>
          </p:nvPr>
        </p:nvSpPr>
        <p:spPr>
          <a:xfrm>
            <a:off x="7426520" y="4767263"/>
            <a:ext cx="995238" cy="273844"/>
          </a:xfrm>
          <a:prstGeom prst="rect">
            <a:avLst/>
          </a:prstGeom>
          <a:noFill/>
          <a:ln>
            <a:noFill/>
          </a:ln>
        </p:spPr>
      </p:sp>
      <p:sp>
        <p:nvSpPr>
          <p:cNvPr id="327" name="Google Shape;327;p5"/>
          <p:cNvSpPr txBox="1"/>
          <p:nvPr>
            <p:ph idx="12" type="sldNum"/>
          </p:nvPr>
        </p:nvSpPr>
        <p:spPr>
          <a:xfrm>
            <a:off x="8565691" y="4767263"/>
            <a:ext cx="577642" cy="27384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a3829ee620_0_10"/>
          <p:cNvSpPr txBox="1"/>
          <p:nvPr>
            <p:ph type="title"/>
          </p:nvPr>
        </p:nvSpPr>
        <p:spPr>
          <a:xfrm>
            <a:off x="437990" y="342580"/>
            <a:ext cx="6877200" cy="977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Dataset Overview</a:t>
            </a:r>
            <a:endParaRPr/>
          </a:p>
        </p:txBody>
      </p:sp>
      <p:sp>
        <p:nvSpPr>
          <p:cNvPr id="333" name="Google Shape;333;g3a3829ee620_0_10"/>
          <p:cNvSpPr txBox="1"/>
          <p:nvPr>
            <p:ph idx="1" type="body"/>
          </p:nvPr>
        </p:nvSpPr>
        <p:spPr>
          <a:xfrm>
            <a:off x="444625" y="848813"/>
            <a:ext cx="8472900" cy="3765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300"/>
              <a:t>Dataset Characteristics: (More in appendix)</a:t>
            </a:r>
            <a:endParaRPr sz="1300"/>
          </a:p>
          <a:p>
            <a:pPr indent="-311150" lvl="0" marL="457200" rtl="0" algn="l">
              <a:lnSpc>
                <a:spcPct val="115000"/>
              </a:lnSpc>
              <a:spcBef>
                <a:spcPts val="1200"/>
              </a:spcBef>
              <a:spcAft>
                <a:spcPts val="0"/>
              </a:spcAft>
              <a:buSzPts val="1300"/>
              <a:buChar char="●"/>
            </a:pPr>
            <a:r>
              <a:rPr lang="en-US" sz="1300"/>
              <a:t>Total Records:</a:t>
            </a:r>
            <a:r>
              <a:rPr b="0" lang="en-US" sz="1300"/>
              <a:t> 297 patients</a:t>
            </a:r>
            <a:endParaRPr b="0" sz="1300"/>
          </a:p>
          <a:p>
            <a:pPr indent="-311150" lvl="0" marL="457200" rtl="0" algn="l">
              <a:lnSpc>
                <a:spcPct val="115000"/>
              </a:lnSpc>
              <a:spcBef>
                <a:spcPts val="0"/>
              </a:spcBef>
              <a:spcAft>
                <a:spcPts val="0"/>
              </a:spcAft>
              <a:buSzPts val="1300"/>
              <a:buChar char="●"/>
            </a:pPr>
            <a:r>
              <a:rPr lang="en-US" sz="1300"/>
              <a:t>Training Set:</a:t>
            </a:r>
            <a:r>
              <a:rPr b="0" lang="en-US" sz="1300"/>
              <a:t> 207 patients (70%)</a:t>
            </a:r>
            <a:endParaRPr b="0" sz="1300"/>
          </a:p>
          <a:p>
            <a:pPr indent="-311150" lvl="0" marL="457200" rtl="0" algn="l">
              <a:lnSpc>
                <a:spcPct val="115000"/>
              </a:lnSpc>
              <a:spcBef>
                <a:spcPts val="0"/>
              </a:spcBef>
              <a:spcAft>
                <a:spcPts val="0"/>
              </a:spcAft>
              <a:buSzPts val="1300"/>
              <a:buChar char="●"/>
            </a:pPr>
            <a:r>
              <a:rPr lang="en-US" sz="1300"/>
              <a:t>Testing Set:</a:t>
            </a:r>
            <a:r>
              <a:rPr b="0" lang="en-US" sz="1300"/>
              <a:t> 90 patients (30%)</a:t>
            </a:r>
            <a:endParaRPr b="0" sz="1300"/>
          </a:p>
          <a:p>
            <a:pPr indent="-311150" lvl="0" marL="457200" rtl="0" algn="l">
              <a:lnSpc>
                <a:spcPct val="115000"/>
              </a:lnSpc>
              <a:spcBef>
                <a:spcPts val="0"/>
              </a:spcBef>
              <a:spcAft>
                <a:spcPts val="0"/>
              </a:spcAft>
              <a:buSzPts val="1300"/>
              <a:buChar char="●"/>
            </a:pPr>
            <a:r>
              <a:rPr lang="en-US" sz="1300"/>
              <a:t>Target Variable:</a:t>
            </a:r>
            <a:r>
              <a:rPr b="0" lang="en-US" sz="1300"/>
              <a:t> Condition (0 = No Disease, 1 = Disease Present)</a:t>
            </a:r>
            <a:endParaRPr b="0" sz="1300"/>
          </a:p>
          <a:p>
            <a:pPr indent="-311150" lvl="0" marL="457200" rtl="0" algn="l">
              <a:lnSpc>
                <a:spcPct val="115000"/>
              </a:lnSpc>
              <a:spcBef>
                <a:spcPts val="0"/>
              </a:spcBef>
              <a:spcAft>
                <a:spcPts val="0"/>
              </a:spcAft>
              <a:buSzPts val="1300"/>
              <a:buChar char="●"/>
            </a:pPr>
            <a:r>
              <a:rPr lang="en-US" sz="1300"/>
              <a:t>Class Distribution:</a:t>
            </a:r>
            <a:r>
              <a:rPr b="0" lang="en-US" sz="1300"/>
              <a:t> 46% without disease, 54% with disease (relatively balanced)</a:t>
            </a:r>
            <a:endParaRPr b="0" sz="1300"/>
          </a:p>
          <a:p>
            <a:pPr indent="0" lvl="0" marL="0" rtl="0" algn="l">
              <a:lnSpc>
                <a:spcPct val="115000"/>
              </a:lnSpc>
              <a:spcBef>
                <a:spcPts val="1200"/>
              </a:spcBef>
              <a:spcAft>
                <a:spcPts val="0"/>
              </a:spcAft>
              <a:buClr>
                <a:schemeClr val="dk1"/>
              </a:buClr>
              <a:buSzPts val="1100"/>
              <a:buFont typeface="Arial"/>
              <a:buNone/>
            </a:pPr>
            <a:r>
              <a:rPr lang="en-US" sz="1300"/>
              <a:t>Key Predictor Variables (13 Features): </a:t>
            </a:r>
            <a:endParaRPr sz="1300"/>
          </a:p>
          <a:p>
            <a:pPr indent="-311150" lvl="0" marL="457200" rtl="0" algn="l">
              <a:lnSpc>
                <a:spcPct val="115000"/>
              </a:lnSpc>
              <a:spcBef>
                <a:spcPts val="1200"/>
              </a:spcBef>
              <a:spcAft>
                <a:spcPts val="0"/>
              </a:spcAft>
              <a:buSzPts val="1300"/>
              <a:buChar char="●"/>
            </a:pPr>
            <a:r>
              <a:rPr lang="en-US" sz="1300"/>
              <a:t>Demographic:</a:t>
            </a:r>
            <a:r>
              <a:rPr b="0" lang="en-US" sz="1300"/>
              <a:t> Age, Sex</a:t>
            </a:r>
            <a:endParaRPr b="0" sz="1300"/>
          </a:p>
          <a:p>
            <a:pPr indent="-311150" lvl="0" marL="457200" rtl="0" algn="l">
              <a:lnSpc>
                <a:spcPct val="115000"/>
              </a:lnSpc>
              <a:spcBef>
                <a:spcPts val="0"/>
              </a:spcBef>
              <a:spcAft>
                <a:spcPts val="0"/>
              </a:spcAft>
              <a:buSzPts val="1300"/>
              <a:buChar char="●"/>
            </a:pPr>
            <a:r>
              <a:rPr lang="en-US" sz="1300"/>
              <a:t>Clinical Measurements:</a:t>
            </a:r>
            <a:r>
              <a:rPr b="0" lang="en-US" sz="1300"/>
              <a:t> Resting Blood Pressure (trestbps), Cholesterol (chol), Maximum Heart Rate (thalach)</a:t>
            </a:r>
            <a:endParaRPr b="0" sz="1300"/>
          </a:p>
          <a:p>
            <a:pPr indent="-311150" lvl="0" marL="457200" rtl="0" algn="l">
              <a:lnSpc>
                <a:spcPct val="115000"/>
              </a:lnSpc>
              <a:spcBef>
                <a:spcPts val="0"/>
              </a:spcBef>
              <a:spcAft>
                <a:spcPts val="0"/>
              </a:spcAft>
              <a:buSzPts val="1300"/>
              <a:buChar char="●"/>
            </a:pPr>
            <a:r>
              <a:rPr lang="en-US" sz="1300"/>
              <a:t>Diagnostic Tests:</a:t>
            </a:r>
            <a:r>
              <a:rPr b="0" lang="en-US" sz="1300"/>
              <a:t> Chest Pain Type (cp), Fasting Blood Sugar (fbs), Resting ECG Results (restecg), Exercise-Induced Angina (exang)</a:t>
            </a:r>
            <a:endParaRPr b="0" sz="1300"/>
          </a:p>
          <a:p>
            <a:pPr indent="-311150" lvl="0" marL="457200" rtl="0" algn="l">
              <a:lnSpc>
                <a:spcPct val="115000"/>
              </a:lnSpc>
              <a:spcBef>
                <a:spcPts val="0"/>
              </a:spcBef>
              <a:spcAft>
                <a:spcPts val="0"/>
              </a:spcAft>
              <a:buSzPts val="1300"/>
              <a:buChar char="●"/>
            </a:pPr>
            <a:r>
              <a:rPr lang="en-US" sz="1300"/>
              <a:t>Advanced Metrics:</a:t>
            </a:r>
            <a:r>
              <a:rPr b="0" lang="en-US" sz="1300"/>
              <a:t> ST Depression (oldpeak), Slope of ST Segment, Number of Major Vessels (ca), Thalassemia Type (thal)</a:t>
            </a:r>
            <a:endParaRPr b="0" sz="1300"/>
          </a:p>
          <a:p>
            <a:pPr indent="0" lvl="0" marL="0" rtl="0" algn="l">
              <a:lnSpc>
                <a:spcPct val="115000"/>
              </a:lnSpc>
              <a:spcBef>
                <a:spcPts val="1200"/>
              </a:spcBef>
              <a:spcAft>
                <a:spcPts val="0"/>
              </a:spcAft>
              <a:buNone/>
            </a:pPr>
            <a:r>
              <a:t/>
            </a:r>
            <a:endParaRPr b="0" sz="1300"/>
          </a:p>
        </p:txBody>
      </p:sp>
      <p:sp>
        <p:nvSpPr>
          <p:cNvPr id="334" name="Google Shape;334;g3a3829ee620_0_10"/>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a3829ee620_0_10"/>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36" name="Google Shape;336;g3a3829ee620_0_10"/>
          <p:cNvSpPr/>
          <p:nvPr>
            <p:ph idx="4" type="pic"/>
          </p:nvPr>
        </p:nvSpPr>
        <p:spPr>
          <a:xfrm>
            <a:off x="7426520" y="4767263"/>
            <a:ext cx="995100" cy="273900"/>
          </a:xfrm>
          <a:prstGeom prst="rect">
            <a:avLst/>
          </a:prstGeom>
          <a:noFill/>
          <a:ln>
            <a:noFill/>
          </a:ln>
        </p:spPr>
      </p:sp>
      <p:sp>
        <p:nvSpPr>
          <p:cNvPr id="337" name="Google Shape;337;g3a3829ee620_0_10"/>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a3829ee620_0_26"/>
          <p:cNvSpPr txBox="1"/>
          <p:nvPr>
            <p:ph type="title"/>
          </p:nvPr>
        </p:nvSpPr>
        <p:spPr>
          <a:xfrm>
            <a:off x="438000" y="328975"/>
            <a:ext cx="8127600" cy="541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Data Exploration </a:t>
            </a:r>
            <a:r>
              <a:rPr lang="en-US" sz="1200">
                <a:latin typeface="Arial"/>
                <a:ea typeface="Arial"/>
                <a:cs typeface="Arial"/>
                <a:sym typeface="Arial"/>
              </a:rPr>
              <a:t>(more in appendix)</a:t>
            </a:r>
            <a:r>
              <a:rPr lang="en-US"/>
              <a:t> + Processing</a:t>
            </a:r>
            <a:endParaRPr/>
          </a:p>
        </p:txBody>
      </p:sp>
      <p:sp>
        <p:nvSpPr>
          <p:cNvPr id="343" name="Google Shape;343;g3a3829ee620_0_26"/>
          <p:cNvSpPr txBox="1"/>
          <p:nvPr>
            <p:ph idx="1" type="body"/>
          </p:nvPr>
        </p:nvSpPr>
        <p:spPr>
          <a:xfrm>
            <a:off x="444625" y="870400"/>
            <a:ext cx="8439900" cy="3826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US" sz="1200"/>
              <a:t>Data Quality Assessment:</a:t>
            </a:r>
            <a:endParaRPr sz="1200"/>
          </a:p>
          <a:p>
            <a:pPr indent="-304800" lvl="0" marL="457200" rtl="0" algn="l">
              <a:lnSpc>
                <a:spcPct val="115000"/>
              </a:lnSpc>
              <a:spcBef>
                <a:spcPts val="1200"/>
              </a:spcBef>
              <a:spcAft>
                <a:spcPts val="0"/>
              </a:spcAft>
              <a:buSzPts val="1200"/>
              <a:buChar char="●"/>
            </a:pPr>
            <a:r>
              <a:rPr b="0" lang="en-US" sz="1200"/>
              <a:t>Complete dataset with no missing values across all 297 patient records</a:t>
            </a:r>
            <a:endParaRPr b="0" sz="1200"/>
          </a:p>
          <a:p>
            <a:pPr indent="-304800" lvl="0" marL="457200" rtl="0" algn="l">
              <a:lnSpc>
                <a:spcPct val="115000"/>
              </a:lnSpc>
              <a:spcBef>
                <a:spcPts val="0"/>
              </a:spcBef>
              <a:spcAft>
                <a:spcPts val="0"/>
              </a:spcAft>
              <a:buSzPts val="1200"/>
              <a:buChar char="●"/>
            </a:pPr>
            <a:r>
              <a:rPr b="0" lang="en-US" sz="1200"/>
              <a:t>All 13 clinical features retained for modeling after validation</a:t>
            </a:r>
            <a:endParaRPr b="0" sz="1200"/>
          </a:p>
          <a:p>
            <a:pPr indent="-304800" lvl="0" marL="457200" rtl="0" algn="l">
              <a:lnSpc>
                <a:spcPct val="115000"/>
              </a:lnSpc>
              <a:spcBef>
                <a:spcPts val="0"/>
              </a:spcBef>
              <a:spcAft>
                <a:spcPts val="0"/>
              </a:spcAft>
              <a:buSzPts val="1200"/>
              <a:buChar char="●"/>
            </a:pPr>
            <a:r>
              <a:rPr b="0" lang="en-US" sz="1200"/>
              <a:t>Applied StandardScaler normalization to continuous variables (age, blood pressure, cholesterol, heart rate, ST depression)</a:t>
            </a:r>
            <a:endParaRPr b="0" sz="1200"/>
          </a:p>
          <a:p>
            <a:pPr indent="0" lvl="0" marL="0" rtl="0" algn="l">
              <a:lnSpc>
                <a:spcPct val="115000"/>
              </a:lnSpc>
              <a:spcBef>
                <a:spcPts val="1200"/>
              </a:spcBef>
              <a:spcAft>
                <a:spcPts val="0"/>
              </a:spcAft>
              <a:buNone/>
            </a:pPr>
            <a:r>
              <a:rPr lang="en-US" sz="1200"/>
              <a:t>Target Variable Distribution: </a:t>
            </a:r>
            <a:endParaRPr sz="1200"/>
          </a:p>
          <a:p>
            <a:pPr indent="-304800" lvl="0" marL="457200" rtl="0" algn="l">
              <a:lnSpc>
                <a:spcPct val="115000"/>
              </a:lnSpc>
              <a:spcBef>
                <a:spcPts val="1200"/>
              </a:spcBef>
              <a:spcAft>
                <a:spcPts val="0"/>
              </a:spcAft>
              <a:buSzPts val="1200"/>
              <a:buChar char="●"/>
            </a:pPr>
            <a:r>
              <a:rPr lang="en-US" sz="1200"/>
              <a:t>Class 0 (No Disease):</a:t>
            </a:r>
            <a:r>
              <a:rPr b="0" lang="en-US" sz="1200"/>
              <a:t> 160 patients (54%)</a:t>
            </a:r>
            <a:endParaRPr b="0" sz="1200"/>
          </a:p>
          <a:p>
            <a:pPr indent="-304800" lvl="0" marL="457200" rtl="0" algn="l">
              <a:lnSpc>
                <a:spcPct val="115000"/>
              </a:lnSpc>
              <a:spcBef>
                <a:spcPts val="0"/>
              </a:spcBef>
              <a:spcAft>
                <a:spcPts val="0"/>
              </a:spcAft>
              <a:buSzPts val="1200"/>
              <a:buChar char="●"/>
            </a:pPr>
            <a:r>
              <a:rPr lang="en-US" sz="1200"/>
              <a:t>Class 1 (Disease Present):</a:t>
            </a:r>
            <a:r>
              <a:rPr b="0" lang="en-US" sz="1200"/>
              <a:t> 137 patients (46%)</a:t>
            </a:r>
            <a:endParaRPr b="0" sz="1200"/>
          </a:p>
          <a:p>
            <a:pPr indent="-304800" lvl="0" marL="457200" rtl="0" algn="l">
              <a:lnSpc>
                <a:spcPct val="115000"/>
              </a:lnSpc>
              <a:spcBef>
                <a:spcPts val="0"/>
              </a:spcBef>
              <a:spcAft>
                <a:spcPts val="0"/>
              </a:spcAft>
              <a:buSzPts val="1200"/>
              <a:buChar char="●"/>
            </a:pPr>
            <a:r>
              <a:rPr b="0" lang="en-US" sz="1200"/>
              <a:t>Dataset is well-balanced, minimizing class imbalance issues that could bias model predictions</a:t>
            </a:r>
            <a:endParaRPr b="0" sz="1200"/>
          </a:p>
          <a:p>
            <a:pPr indent="0" lvl="0" marL="0" rtl="0" algn="l">
              <a:lnSpc>
                <a:spcPct val="115000"/>
              </a:lnSpc>
              <a:spcBef>
                <a:spcPts val="1200"/>
              </a:spcBef>
              <a:spcAft>
                <a:spcPts val="0"/>
              </a:spcAft>
              <a:buNone/>
            </a:pPr>
            <a:r>
              <a:rPr lang="en-US" sz="1200"/>
              <a:t>Data Preprocessing Steps:</a:t>
            </a:r>
            <a:endParaRPr sz="1200"/>
          </a:p>
          <a:p>
            <a:pPr indent="-304800" lvl="0" marL="457200" rtl="0" algn="l">
              <a:lnSpc>
                <a:spcPct val="115000"/>
              </a:lnSpc>
              <a:spcBef>
                <a:spcPts val="1200"/>
              </a:spcBef>
              <a:spcAft>
                <a:spcPts val="0"/>
              </a:spcAft>
              <a:buSzPts val="1200"/>
              <a:buChar char="●"/>
            </a:pPr>
            <a:r>
              <a:rPr b="0" lang="en-US" sz="1200"/>
              <a:t>Train-test split: 70-30 ratio (207 training, 90 testing) with random_state=42 for reproducibility</a:t>
            </a:r>
            <a:endParaRPr b="0" sz="1200"/>
          </a:p>
          <a:p>
            <a:pPr indent="-304800" lvl="0" marL="457200" rtl="0" algn="l">
              <a:lnSpc>
                <a:spcPct val="115000"/>
              </a:lnSpc>
              <a:spcBef>
                <a:spcPts val="0"/>
              </a:spcBef>
              <a:spcAft>
                <a:spcPts val="0"/>
              </a:spcAft>
              <a:buSzPts val="1200"/>
              <a:buChar char="●"/>
            </a:pPr>
            <a:r>
              <a:rPr b="0" lang="en-US" sz="1200"/>
              <a:t>Feature scaling applied to ensure distance-based algorithms (K-NN) perform optimally</a:t>
            </a:r>
            <a:endParaRPr b="0" sz="1200"/>
          </a:p>
          <a:p>
            <a:pPr indent="-304800" lvl="0" marL="457200" rtl="0" algn="l">
              <a:lnSpc>
                <a:spcPct val="115000"/>
              </a:lnSpc>
              <a:spcBef>
                <a:spcPts val="0"/>
              </a:spcBef>
              <a:spcAft>
                <a:spcPts val="0"/>
              </a:spcAft>
              <a:buSzPts val="1200"/>
              <a:buChar char="●"/>
            </a:pPr>
            <a:r>
              <a:rPr b="0" lang="en-US" sz="1200"/>
              <a:t>All 13 features retained based on clinical relevance and correlation analysis</a:t>
            </a:r>
            <a:endParaRPr b="0" sz="1200"/>
          </a:p>
        </p:txBody>
      </p:sp>
      <p:sp>
        <p:nvSpPr>
          <p:cNvPr id="344" name="Google Shape;344;g3a3829ee620_0_2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g3a3829ee620_0_2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46" name="Google Shape;346;g3a3829ee620_0_26"/>
          <p:cNvSpPr/>
          <p:nvPr>
            <p:ph idx="4" type="pic"/>
          </p:nvPr>
        </p:nvSpPr>
        <p:spPr>
          <a:xfrm>
            <a:off x="7426520" y="4767263"/>
            <a:ext cx="995100" cy="273900"/>
          </a:xfrm>
          <a:prstGeom prst="rect">
            <a:avLst/>
          </a:prstGeom>
          <a:noFill/>
          <a:ln>
            <a:noFill/>
          </a:ln>
        </p:spPr>
      </p:sp>
      <p:sp>
        <p:nvSpPr>
          <p:cNvPr id="347" name="Google Shape;347;g3a3829ee620_0_2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a3829ee620_0_36"/>
          <p:cNvSpPr txBox="1"/>
          <p:nvPr>
            <p:ph type="title"/>
          </p:nvPr>
        </p:nvSpPr>
        <p:spPr>
          <a:xfrm>
            <a:off x="438000" y="220117"/>
            <a:ext cx="6877200" cy="58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Machine Learning Techniques Applied</a:t>
            </a:r>
            <a:endParaRPr/>
          </a:p>
        </p:txBody>
      </p:sp>
      <p:sp>
        <p:nvSpPr>
          <p:cNvPr id="353" name="Google Shape;353;g3a3829ee620_0_36"/>
          <p:cNvSpPr txBox="1"/>
          <p:nvPr>
            <p:ph idx="1" type="body"/>
          </p:nvPr>
        </p:nvSpPr>
        <p:spPr>
          <a:xfrm>
            <a:off x="240525" y="862898"/>
            <a:ext cx="4590000" cy="3636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Model 1: Logistic Regression</a:t>
            </a:r>
            <a:endParaRPr sz="1100"/>
          </a:p>
          <a:p>
            <a:pPr indent="-298450" lvl="0" marL="457200" rtl="0" algn="l">
              <a:lnSpc>
                <a:spcPct val="115000"/>
              </a:lnSpc>
              <a:spcBef>
                <a:spcPts val="1200"/>
              </a:spcBef>
              <a:spcAft>
                <a:spcPts val="0"/>
              </a:spcAft>
              <a:buSzPts val="1100"/>
              <a:buChar char="●"/>
            </a:pPr>
            <a:r>
              <a:rPr lang="en-US" sz="1100"/>
              <a:t>What it does:</a:t>
            </a:r>
            <a:r>
              <a:rPr b="0" lang="en-US" sz="1100"/>
              <a:t> Calculates the probability a patient has heart disease based on their clinical measurements</a:t>
            </a:r>
            <a:endParaRPr b="0" sz="1100"/>
          </a:p>
          <a:p>
            <a:pPr indent="-298450" lvl="0" marL="457200" rtl="0" algn="l">
              <a:lnSpc>
                <a:spcPct val="115000"/>
              </a:lnSpc>
              <a:spcBef>
                <a:spcPts val="0"/>
              </a:spcBef>
              <a:spcAft>
                <a:spcPts val="0"/>
              </a:spcAft>
              <a:buSzPts val="1100"/>
              <a:buChar char="●"/>
            </a:pPr>
            <a:r>
              <a:rPr lang="en-US" sz="1100"/>
              <a:t>Key strength:</a:t>
            </a:r>
            <a:r>
              <a:rPr b="0" lang="en-US" sz="1100"/>
              <a:t> Easy to interpret—shows exactly how much each factor (age, cholesterol, etc.) increases or decreases disease risk</a:t>
            </a:r>
            <a:endParaRPr b="0" sz="1100"/>
          </a:p>
          <a:p>
            <a:pPr indent="-298450" lvl="0" marL="457200" rtl="0" algn="l">
              <a:lnSpc>
                <a:spcPct val="115000"/>
              </a:lnSpc>
              <a:spcBef>
                <a:spcPts val="0"/>
              </a:spcBef>
              <a:spcAft>
                <a:spcPts val="0"/>
              </a:spcAft>
              <a:buSzPts val="1100"/>
              <a:buChar char="●"/>
            </a:pPr>
            <a:r>
              <a:rPr lang="en-US" sz="1100"/>
              <a:t>Trade-off:</a:t>
            </a:r>
            <a:r>
              <a:rPr b="0" lang="en-US" sz="1100"/>
              <a:t> Works best when relationships are straightforward; may miss complex patterns</a:t>
            </a:r>
            <a:endParaRPr b="0" sz="1100"/>
          </a:p>
          <a:p>
            <a:pPr indent="0" lvl="0" marL="0" rtl="0" algn="l">
              <a:lnSpc>
                <a:spcPct val="115000"/>
              </a:lnSpc>
              <a:spcBef>
                <a:spcPts val="1200"/>
              </a:spcBef>
              <a:spcAft>
                <a:spcPts val="0"/>
              </a:spcAft>
              <a:buNone/>
            </a:pPr>
            <a:r>
              <a:rPr lang="en-US" sz="1100"/>
              <a:t>Model 2: K-Nearest Neighbors (K-NN)</a:t>
            </a:r>
            <a:endParaRPr sz="1100"/>
          </a:p>
          <a:p>
            <a:pPr indent="-298450" lvl="0" marL="457200" rtl="0" algn="l">
              <a:lnSpc>
                <a:spcPct val="115000"/>
              </a:lnSpc>
              <a:spcBef>
                <a:spcPts val="1200"/>
              </a:spcBef>
              <a:spcAft>
                <a:spcPts val="0"/>
              </a:spcAft>
              <a:buSzPts val="1100"/>
              <a:buChar char="●"/>
            </a:pPr>
            <a:r>
              <a:rPr lang="en-US" sz="1100"/>
              <a:t>What it does:</a:t>
            </a:r>
            <a:r>
              <a:rPr b="0" lang="en-US" sz="1100"/>
              <a:t> Classifies each patient by looking at the 13 most similar patients in the training data</a:t>
            </a:r>
            <a:endParaRPr b="0" sz="1100"/>
          </a:p>
          <a:p>
            <a:pPr indent="-298450" lvl="0" marL="457200" rtl="0" algn="l">
              <a:lnSpc>
                <a:spcPct val="115000"/>
              </a:lnSpc>
              <a:spcBef>
                <a:spcPts val="0"/>
              </a:spcBef>
              <a:spcAft>
                <a:spcPts val="0"/>
              </a:spcAft>
              <a:buSzPts val="1100"/>
              <a:buChar char="●"/>
            </a:pPr>
            <a:r>
              <a:rPr lang="en-US" sz="1100"/>
              <a:t>Key strength:</a:t>
            </a:r>
            <a:r>
              <a:rPr b="0" lang="en-US" sz="1100"/>
              <a:t> Naturally captures complex patterns without making assumptions about the data</a:t>
            </a:r>
            <a:endParaRPr b="0" sz="1100"/>
          </a:p>
          <a:p>
            <a:pPr indent="-298450" lvl="0" marL="457200" rtl="0" algn="l">
              <a:lnSpc>
                <a:spcPct val="115000"/>
              </a:lnSpc>
              <a:spcBef>
                <a:spcPts val="0"/>
              </a:spcBef>
              <a:spcAft>
                <a:spcPts val="0"/>
              </a:spcAft>
              <a:buSzPts val="1100"/>
              <a:buChar char="●"/>
            </a:pPr>
            <a:r>
              <a:rPr lang="en-US" sz="1100"/>
              <a:t>Trade-off:</a:t>
            </a:r>
            <a:r>
              <a:rPr b="0" lang="en-US" sz="1100"/>
              <a:t> Requires careful tuning to find the right number of neighbors (K=13 in our case</a:t>
            </a:r>
            <a:r>
              <a:rPr b="0" lang="en-US" sz="1100"/>
              <a:t>)</a:t>
            </a:r>
            <a:endParaRPr sz="1100"/>
          </a:p>
        </p:txBody>
      </p:sp>
      <p:sp>
        <p:nvSpPr>
          <p:cNvPr id="354" name="Google Shape;354;g3a3829ee620_0_3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g3a3829ee620_0_3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56" name="Google Shape;356;g3a3829ee620_0_36"/>
          <p:cNvSpPr/>
          <p:nvPr>
            <p:ph idx="4" type="pic"/>
          </p:nvPr>
        </p:nvSpPr>
        <p:spPr>
          <a:xfrm>
            <a:off x="7426520" y="4767263"/>
            <a:ext cx="995100" cy="273900"/>
          </a:xfrm>
          <a:prstGeom prst="rect">
            <a:avLst/>
          </a:prstGeom>
          <a:noFill/>
          <a:ln>
            <a:noFill/>
          </a:ln>
        </p:spPr>
      </p:sp>
      <p:sp>
        <p:nvSpPr>
          <p:cNvPr id="357" name="Google Shape;357;g3a3829ee620_0_3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58" name="Google Shape;358;g3a3829ee620_0_36"/>
          <p:cNvSpPr txBox="1"/>
          <p:nvPr>
            <p:ph idx="1" type="body"/>
          </p:nvPr>
        </p:nvSpPr>
        <p:spPr>
          <a:xfrm>
            <a:off x="4830525" y="802050"/>
            <a:ext cx="4590000" cy="3539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Model 3: Random Forest</a:t>
            </a:r>
            <a:endParaRPr sz="1100"/>
          </a:p>
          <a:p>
            <a:pPr indent="-298450" lvl="0" marL="457200" rtl="0" algn="l">
              <a:lnSpc>
                <a:spcPct val="115000"/>
              </a:lnSpc>
              <a:spcBef>
                <a:spcPts val="1200"/>
              </a:spcBef>
              <a:spcAft>
                <a:spcPts val="0"/>
              </a:spcAft>
              <a:buSzPts val="1100"/>
              <a:buChar char="●"/>
            </a:pPr>
            <a:r>
              <a:rPr lang="en-US" sz="1100"/>
              <a:t>What it does:</a:t>
            </a:r>
            <a:r>
              <a:rPr b="0" lang="en-US" sz="1100"/>
              <a:t> Creates 200 decision trees that each "vote" on whether a patient has disease; majority wins</a:t>
            </a:r>
            <a:endParaRPr b="0" sz="1100"/>
          </a:p>
          <a:p>
            <a:pPr indent="-298450" lvl="0" marL="457200" rtl="0" algn="l">
              <a:lnSpc>
                <a:spcPct val="115000"/>
              </a:lnSpc>
              <a:spcBef>
                <a:spcPts val="0"/>
              </a:spcBef>
              <a:spcAft>
                <a:spcPts val="0"/>
              </a:spcAft>
              <a:buSzPts val="1100"/>
              <a:buChar char="●"/>
            </a:pPr>
            <a:r>
              <a:rPr lang="en-US" sz="1100"/>
              <a:t>Key strength:</a:t>
            </a:r>
            <a:r>
              <a:rPr b="0" lang="en-US" sz="1100"/>
              <a:t> Highly accurate and handles complex relationships well; resistant to overfitting</a:t>
            </a:r>
            <a:endParaRPr b="0" sz="1100"/>
          </a:p>
          <a:p>
            <a:pPr indent="-298450" lvl="0" marL="457200" rtl="0" algn="l">
              <a:lnSpc>
                <a:spcPct val="115000"/>
              </a:lnSpc>
              <a:spcBef>
                <a:spcPts val="0"/>
              </a:spcBef>
              <a:spcAft>
                <a:spcPts val="0"/>
              </a:spcAft>
              <a:buSzPts val="1100"/>
              <a:buChar char="●"/>
            </a:pPr>
            <a:r>
              <a:rPr lang="en-US" sz="1100"/>
              <a:t>Trade-off:</a:t>
            </a:r>
            <a:r>
              <a:rPr b="0" lang="en-US" sz="1100"/>
              <a:t> Functions as a "black box"—harder to explain exactly why a prediction was made</a:t>
            </a:r>
            <a:endParaRPr b="0" sz="1100"/>
          </a:p>
          <a:p>
            <a:pPr indent="0" lvl="0" marL="0" rtl="0" algn="l">
              <a:lnSpc>
                <a:spcPct val="115000"/>
              </a:lnSpc>
              <a:spcBef>
                <a:spcPts val="1200"/>
              </a:spcBef>
              <a:spcAft>
                <a:spcPts val="0"/>
              </a:spcAft>
              <a:buNone/>
            </a:pPr>
            <a:r>
              <a:rPr lang="en-US" sz="1100"/>
              <a:t>Model 4: XGBoost (Gradient Boosting)</a:t>
            </a:r>
            <a:endParaRPr sz="1100"/>
          </a:p>
          <a:p>
            <a:pPr indent="-298450" lvl="0" marL="457200" rtl="0" algn="l">
              <a:lnSpc>
                <a:spcPct val="115000"/>
              </a:lnSpc>
              <a:spcBef>
                <a:spcPts val="1200"/>
              </a:spcBef>
              <a:spcAft>
                <a:spcPts val="0"/>
              </a:spcAft>
              <a:buSzPts val="1100"/>
              <a:buChar char="●"/>
            </a:pPr>
            <a:r>
              <a:rPr lang="en-US" sz="1100"/>
              <a:t>What it does:</a:t>
            </a:r>
            <a:r>
              <a:rPr b="0" lang="en-US" sz="1100"/>
              <a:t> Builds decision trees sequentially, with each </a:t>
            </a:r>
            <a:br>
              <a:rPr b="0" lang="en-US" sz="1100"/>
            </a:br>
            <a:r>
              <a:rPr b="0" lang="en-US" sz="1100"/>
              <a:t>new tree learning from the previous tree's mistakes</a:t>
            </a:r>
            <a:endParaRPr b="0" sz="1100"/>
          </a:p>
          <a:p>
            <a:pPr indent="-298450" lvl="0" marL="457200" rtl="0" algn="l">
              <a:lnSpc>
                <a:spcPct val="115000"/>
              </a:lnSpc>
              <a:spcBef>
                <a:spcPts val="0"/>
              </a:spcBef>
              <a:spcAft>
                <a:spcPts val="0"/>
              </a:spcAft>
              <a:buSzPts val="1100"/>
              <a:buChar char="●"/>
            </a:pPr>
            <a:r>
              <a:rPr lang="en-US" sz="1100"/>
              <a:t>Key strength:</a:t>
            </a:r>
            <a:r>
              <a:rPr b="0" lang="en-US" sz="1100"/>
              <a:t> State-of-the-art performance in many competitions; includes built-in safeguards against overfitting</a:t>
            </a:r>
            <a:endParaRPr b="0" sz="1100"/>
          </a:p>
          <a:p>
            <a:pPr indent="-298450" lvl="0" marL="457200" rtl="0" algn="l">
              <a:lnSpc>
                <a:spcPct val="115000"/>
              </a:lnSpc>
              <a:spcBef>
                <a:spcPts val="0"/>
              </a:spcBef>
              <a:spcAft>
                <a:spcPts val="0"/>
              </a:spcAft>
              <a:buSzPts val="1100"/>
              <a:buChar char="●"/>
            </a:pPr>
            <a:r>
              <a:rPr lang="en-US" sz="1100"/>
              <a:t>Trade-off:</a:t>
            </a:r>
            <a:r>
              <a:rPr b="0" lang="en-US" sz="1100"/>
              <a:t> Requires more fine-tuning; can be sensitive to parameter choices</a:t>
            </a:r>
            <a:endParaRPr sz="1100"/>
          </a:p>
          <a:p>
            <a:pPr indent="0" lvl="0" marL="0" rtl="0" algn="l">
              <a:lnSpc>
                <a:spcPct val="110000"/>
              </a:lnSpc>
              <a:spcBef>
                <a:spcPts val="1200"/>
              </a:spcBef>
              <a:spcAft>
                <a:spcPts val="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a3829ee620_0_46"/>
          <p:cNvSpPr txBox="1"/>
          <p:nvPr>
            <p:ph type="title"/>
          </p:nvPr>
        </p:nvSpPr>
        <p:spPr>
          <a:xfrm>
            <a:off x="438000" y="283423"/>
            <a:ext cx="8127600" cy="5724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Black"/>
              <a:buNone/>
            </a:pPr>
            <a:r>
              <a:rPr lang="en-US"/>
              <a:t>Comparative Model Results: Accuracy Analysis</a:t>
            </a:r>
            <a:endParaRPr/>
          </a:p>
        </p:txBody>
      </p:sp>
      <p:sp>
        <p:nvSpPr>
          <p:cNvPr id="364" name="Google Shape;364;g3a3829ee620_0_4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a3829ee620_0_4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66" name="Google Shape;366;g3a3829ee620_0_46"/>
          <p:cNvSpPr/>
          <p:nvPr>
            <p:ph idx="4" type="pic"/>
          </p:nvPr>
        </p:nvSpPr>
        <p:spPr>
          <a:xfrm>
            <a:off x="7426520" y="4767263"/>
            <a:ext cx="995100" cy="273900"/>
          </a:xfrm>
          <a:prstGeom prst="rect">
            <a:avLst/>
          </a:prstGeom>
          <a:noFill/>
          <a:ln>
            <a:noFill/>
          </a:ln>
        </p:spPr>
      </p:sp>
      <p:sp>
        <p:nvSpPr>
          <p:cNvPr id="367" name="Google Shape;367;g3a3829ee620_0_4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368" name="Google Shape;368;g3a3829ee620_0_46"/>
          <p:cNvGraphicFramePr/>
          <p:nvPr/>
        </p:nvGraphicFramePr>
        <p:xfrm>
          <a:off x="424171" y="1564033"/>
          <a:ext cx="3000000" cy="3000000"/>
        </p:xfrm>
        <a:graphic>
          <a:graphicData uri="http://schemas.openxmlformats.org/drawingml/2006/table">
            <a:tbl>
              <a:tblPr>
                <a:noFill/>
                <a:tableStyleId>{27310B38-9D2F-4EA3-8B89-2ABFE866F88D}</a:tableStyleId>
              </a:tblPr>
              <a:tblGrid>
                <a:gridCol w="1161075"/>
                <a:gridCol w="1161075"/>
                <a:gridCol w="1161075"/>
                <a:gridCol w="1161075"/>
                <a:gridCol w="1161075"/>
                <a:gridCol w="1161075"/>
                <a:gridCol w="1161075"/>
              </a:tblGrid>
              <a:tr h="381000">
                <a:tc>
                  <a:txBody>
                    <a:bodyPr/>
                    <a:lstStyle/>
                    <a:p>
                      <a:pPr indent="0" lvl="0" marL="0" rtl="0" algn="ctr">
                        <a:lnSpc>
                          <a:spcPct val="115000"/>
                        </a:lnSpc>
                        <a:spcBef>
                          <a:spcPts val="0"/>
                        </a:spcBef>
                        <a:spcAft>
                          <a:spcPts val="0"/>
                        </a:spcAft>
                        <a:buNone/>
                      </a:pPr>
                      <a:r>
                        <a:rPr b="1" lang="en-US"/>
                        <a:t>Model</a:t>
                      </a:r>
                      <a:endParaRPr b="1"/>
                    </a:p>
                  </a:txBody>
                  <a:tcPr marT="91425" marB="91425" marR="91425" marL="91425"/>
                </a:tc>
                <a:tc>
                  <a:txBody>
                    <a:bodyPr/>
                    <a:lstStyle/>
                    <a:p>
                      <a:pPr indent="0" lvl="0" marL="0" rtl="0" algn="l">
                        <a:spcBef>
                          <a:spcPts val="0"/>
                        </a:spcBef>
                        <a:spcAft>
                          <a:spcPts val="0"/>
                        </a:spcAft>
                        <a:buNone/>
                      </a:pPr>
                      <a:r>
                        <a:rPr b="1" lang="en-US"/>
                        <a:t>Accuracy</a:t>
                      </a:r>
                      <a:endParaRPr b="1"/>
                    </a:p>
                  </a:txBody>
                  <a:tcPr marT="91425" marB="91425" marR="91425" marL="91425"/>
                </a:tc>
                <a:tc>
                  <a:txBody>
                    <a:bodyPr/>
                    <a:lstStyle/>
                    <a:p>
                      <a:pPr indent="0" lvl="0" marL="0" rtl="0" algn="l">
                        <a:spcBef>
                          <a:spcPts val="0"/>
                        </a:spcBef>
                        <a:spcAft>
                          <a:spcPts val="0"/>
                        </a:spcAft>
                        <a:buNone/>
                      </a:pPr>
                      <a:r>
                        <a:rPr b="1" lang="en-US"/>
                        <a:t>Precision (Class 0)</a:t>
                      </a:r>
                      <a:endParaRPr b="1"/>
                    </a:p>
                  </a:txBody>
                  <a:tcPr marT="91425" marB="91425" marR="91425" marL="91425"/>
                </a:tc>
                <a:tc>
                  <a:txBody>
                    <a:bodyPr/>
                    <a:lstStyle/>
                    <a:p>
                      <a:pPr indent="0" lvl="0" marL="0" rtl="0" algn="l">
                        <a:spcBef>
                          <a:spcPts val="0"/>
                        </a:spcBef>
                        <a:spcAft>
                          <a:spcPts val="0"/>
                        </a:spcAft>
                        <a:buNone/>
                      </a:pPr>
                      <a:r>
                        <a:rPr b="1" lang="en-US"/>
                        <a:t>Precision (Class 1)</a:t>
                      </a:r>
                      <a:endParaRPr b="1"/>
                    </a:p>
                  </a:txBody>
                  <a:tcPr marT="91425" marB="91425" marR="91425" marL="91425"/>
                </a:tc>
                <a:tc>
                  <a:txBody>
                    <a:bodyPr/>
                    <a:lstStyle/>
                    <a:p>
                      <a:pPr indent="0" lvl="0" marL="0" rtl="0" algn="l">
                        <a:spcBef>
                          <a:spcPts val="0"/>
                        </a:spcBef>
                        <a:spcAft>
                          <a:spcPts val="0"/>
                        </a:spcAft>
                        <a:buNone/>
                      </a:pPr>
                      <a:r>
                        <a:rPr b="1" lang="en-US"/>
                        <a:t>Recall (Class 0)</a:t>
                      </a:r>
                      <a:endParaRPr b="1"/>
                    </a:p>
                  </a:txBody>
                  <a:tcPr marT="91425" marB="91425" marR="91425" marL="91425"/>
                </a:tc>
                <a:tc>
                  <a:txBody>
                    <a:bodyPr/>
                    <a:lstStyle/>
                    <a:p>
                      <a:pPr indent="0" lvl="0" marL="0" rtl="0" algn="l">
                        <a:spcBef>
                          <a:spcPts val="0"/>
                        </a:spcBef>
                        <a:spcAft>
                          <a:spcPts val="0"/>
                        </a:spcAft>
                        <a:buNone/>
                      </a:pPr>
                      <a:r>
                        <a:rPr b="1" lang="en-US"/>
                        <a:t>Recall (Class 1)</a:t>
                      </a:r>
                      <a:endParaRPr b="1"/>
                    </a:p>
                  </a:txBody>
                  <a:tcPr marT="91425" marB="91425" marR="91425" marL="91425"/>
                </a:tc>
                <a:tc>
                  <a:txBody>
                    <a:bodyPr/>
                    <a:lstStyle/>
                    <a:p>
                      <a:pPr indent="0" lvl="0" marL="0" rtl="0" algn="l">
                        <a:spcBef>
                          <a:spcPts val="0"/>
                        </a:spcBef>
                        <a:spcAft>
                          <a:spcPts val="0"/>
                        </a:spcAft>
                        <a:buNone/>
                      </a:pPr>
                      <a:r>
                        <a:rPr b="1" lang="en-US"/>
                        <a:t>F1-Score</a:t>
                      </a:r>
                      <a:endParaRPr b="1"/>
                    </a:p>
                  </a:txBody>
                  <a:tcPr marT="91425" marB="91425" marR="91425" marL="91425"/>
                </a:tc>
              </a:tr>
              <a:tr h="381000">
                <a:tc>
                  <a:txBody>
                    <a:bodyPr/>
                    <a:lstStyle/>
                    <a:p>
                      <a:pPr indent="0" lvl="0" marL="0" rtl="0" algn="l">
                        <a:spcBef>
                          <a:spcPts val="0"/>
                        </a:spcBef>
                        <a:spcAft>
                          <a:spcPts val="0"/>
                        </a:spcAft>
                        <a:buNone/>
                      </a:pPr>
                      <a:r>
                        <a:rPr lang="en-US"/>
                        <a:t>K-NN</a:t>
                      </a:r>
                      <a:endParaRPr/>
                    </a:p>
                  </a:txBody>
                  <a:tcPr marT="91425" marB="91425" marR="91425" marL="91425"/>
                </a:tc>
                <a:tc>
                  <a:txBody>
                    <a:bodyPr/>
                    <a:lstStyle/>
                    <a:p>
                      <a:pPr indent="0" lvl="0" marL="0" rtl="0" algn="l">
                        <a:spcBef>
                          <a:spcPts val="0"/>
                        </a:spcBef>
                        <a:spcAft>
                          <a:spcPts val="0"/>
                        </a:spcAft>
                        <a:buNone/>
                      </a:pPr>
                      <a:r>
                        <a:rPr b="1" lang="en-US"/>
                        <a:t>84.4%</a:t>
                      </a:r>
                      <a:endParaRPr b="1"/>
                    </a:p>
                  </a:txBody>
                  <a:tcPr marT="91425" marB="91425" marR="91425" marL="91425"/>
                </a:tc>
                <a:tc>
                  <a:txBody>
                    <a:bodyPr/>
                    <a:lstStyle/>
                    <a:p>
                      <a:pPr indent="0" lvl="0" marL="0" rtl="0" algn="l">
                        <a:spcBef>
                          <a:spcPts val="0"/>
                        </a:spcBef>
                        <a:spcAft>
                          <a:spcPts val="0"/>
                        </a:spcAft>
                        <a:buNone/>
                      </a:pPr>
                      <a:r>
                        <a:rPr lang="en-US"/>
                        <a:t>85%</a:t>
                      </a:r>
                      <a:endParaRPr/>
                    </a:p>
                  </a:txBody>
                  <a:tcPr marT="91425" marB="91425" marR="91425" marL="91425"/>
                </a:tc>
                <a:tc>
                  <a:txBody>
                    <a:bodyPr/>
                    <a:lstStyle/>
                    <a:p>
                      <a:pPr indent="0" lvl="0" marL="0" rtl="0" algn="l">
                        <a:spcBef>
                          <a:spcPts val="0"/>
                        </a:spcBef>
                        <a:spcAft>
                          <a:spcPts val="0"/>
                        </a:spcAft>
                        <a:buNone/>
                      </a:pPr>
                      <a:r>
                        <a:rPr lang="en-US"/>
                        <a:t>83%</a:t>
                      </a:r>
                      <a:endParaRPr/>
                    </a:p>
                  </a:txBody>
                  <a:tcPr marT="91425" marB="91425" marR="91425" marL="91425"/>
                </a:tc>
                <a:tc>
                  <a:txBody>
                    <a:bodyPr/>
                    <a:lstStyle/>
                    <a:p>
                      <a:pPr indent="0" lvl="0" marL="0" rtl="0" algn="l">
                        <a:spcBef>
                          <a:spcPts val="0"/>
                        </a:spcBef>
                        <a:spcAft>
                          <a:spcPts val="0"/>
                        </a:spcAft>
                        <a:buNone/>
                      </a:pPr>
                      <a:r>
                        <a:rPr lang="en-US"/>
                        <a:t>85%</a:t>
                      </a:r>
                      <a:endParaRPr/>
                    </a:p>
                  </a:txBody>
                  <a:tcPr marT="91425" marB="91425" marR="91425" marL="91425"/>
                </a:tc>
                <a:tc>
                  <a:txBody>
                    <a:bodyPr/>
                    <a:lstStyle/>
                    <a:p>
                      <a:pPr indent="0" lvl="0" marL="0" rtl="0" algn="l">
                        <a:spcBef>
                          <a:spcPts val="0"/>
                        </a:spcBef>
                        <a:spcAft>
                          <a:spcPts val="0"/>
                        </a:spcAft>
                        <a:buNone/>
                      </a:pPr>
                      <a:r>
                        <a:rPr lang="en-US"/>
                        <a:t>83%</a:t>
                      </a:r>
                      <a:endParaRPr/>
                    </a:p>
                  </a:txBody>
                  <a:tcPr marT="91425" marB="91425" marR="91425" marL="91425"/>
                </a:tc>
                <a:tc>
                  <a:txBody>
                    <a:bodyPr/>
                    <a:lstStyle/>
                    <a:p>
                      <a:pPr indent="0" lvl="0" marL="0" rtl="0" algn="l">
                        <a:spcBef>
                          <a:spcPts val="0"/>
                        </a:spcBef>
                        <a:spcAft>
                          <a:spcPts val="0"/>
                        </a:spcAft>
                        <a:buNone/>
                      </a:pPr>
                      <a:r>
                        <a:rPr lang="en-US"/>
                        <a:t>0.84</a:t>
                      </a:r>
                      <a:endParaRPr/>
                    </a:p>
                  </a:txBody>
                  <a:tcPr marT="91425" marB="91425" marR="91425" marL="91425"/>
                </a:tc>
              </a:tr>
              <a:tr h="381000">
                <a:tc>
                  <a:txBody>
                    <a:bodyPr/>
                    <a:lstStyle/>
                    <a:p>
                      <a:pPr indent="0" lvl="0" marL="0" rtl="0" algn="l">
                        <a:spcBef>
                          <a:spcPts val="0"/>
                        </a:spcBef>
                        <a:spcAft>
                          <a:spcPts val="0"/>
                        </a:spcAft>
                        <a:buNone/>
                      </a:pPr>
                      <a:r>
                        <a:rPr lang="en-US"/>
                        <a:t>Random Forest</a:t>
                      </a:r>
                      <a:endParaRPr/>
                    </a:p>
                  </a:txBody>
                  <a:tcPr marT="91425" marB="91425" marR="91425" marL="91425"/>
                </a:tc>
                <a:tc>
                  <a:txBody>
                    <a:bodyPr/>
                    <a:lstStyle/>
                    <a:p>
                      <a:pPr indent="0" lvl="0" marL="0" rtl="0" algn="l">
                        <a:spcBef>
                          <a:spcPts val="0"/>
                        </a:spcBef>
                        <a:spcAft>
                          <a:spcPts val="0"/>
                        </a:spcAft>
                        <a:buNone/>
                      </a:pPr>
                      <a:r>
                        <a:rPr lang="en-US"/>
                        <a:t>83.3%</a:t>
                      </a:r>
                      <a:endParaRPr/>
                    </a:p>
                  </a:txBody>
                  <a:tcPr marT="91425" marB="91425" marR="91425" marL="91425"/>
                </a:tc>
                <a:tc>
                  <a:txBody>
                    <a:bodyPr/>
                    <a:lstStyle/>
                    <a:p>
                      <a:pPr indent="0" lvl="0" marL="0" rtl="0" algn="l">
                        <a:spcBef>
                          <a:spcPts val="0"/>
                        </a:spcBef>
                        <a:spcAft>
                          <a:spcPts val="0"/>
                        </a:spcAft>
                        <a:buNone/>
                      </a:pPr>
                      <a:r>
                        <a:rPr lang="en-US"/>
                        <a:t>84%</a:t>
                      </a:r>
                      <a:endParaRPr/>
                    </a:p>
                  </a:txBody>
                  <a:tcPr marT="91425" marB="91425" marR="91425" marL="91425"/>
                </a:tc>
                <a:tc>
                  <a:txBody>
                    <a:bodyPr/>
                    <a:lstStyle/>
                    <a:p>
                      <a:pPr indent="0" lvl="0" marL="0" rtl="0" algn="l">
                        <a:spcBef>
                          <a:spcPts val="0"/>
                        </a:spcBef>
                        <a:spcAft>
                          <a:spcPts val="0"/>
                        </a:spcAft>
                        <a:buNone/>
                      </a:pPr>
                      <a:r>
                        <a:rPr lang="en-US"/>
                        <a:t>83%</a:t>
                      </a:r>
                      <a:endParaRPr/>
                    </a:p>
                  </a:txBody>
                  <a:tcPr marT="91425" marB="91425" marR="91425" marL="91425"/>
                </a:tc>
                <a:tc>
                  <a:txBody>
                    <a:bodyPr/>
                    <a:lstStyle/>
                    <a:p>
                      <a:pPr indent="0" lvl="0" marL="0" rtl="0" algn="l">
                        <a:spcBef>
                          <a:spcPts val="0"/>
                        </a:spcBef>
                        <a:spcAft>
                          <a:spcPts val="0"/>
                        </a:spcAft>
                        <a:buNone/>
                      </a:pPr>
                      <a:r>
                        <a:rPr lang="en-US"/>
                        <a:t>85%</a:t>
                      </a:r>
                      <a:endParaRPr/>
                    </a:p>
                  </a:txBody>
                  <a:tcPr marT="91425" marB="91425" marR="91425" marL="91425"/>
                </a:tc>
                <a:tc>
                  <a:txBody>
                    <a:bodyPr/>
                    <a:lstStyle/>
                    <a:p>
                      <a:pPr indent="0" lvl="0" marL="0" rtl="0" algn="l">
                        <a:spcBef>
                          <a:spcPts val="0"/>
                        </a:spcBef>
                        <a:spcAft>
                          <a:spcPts val="0"/>
                        </a:spcAft>
                        <a:buNone/>
                      </a:pPr>
                      <a:r>
                        <a:rPr lang="en-US"/>
                        <a:t>81%</a:t>
                      </a:r>
                      <a:endParaRPr/>
                    </a:p>
                  </a:txBody>
                  <a:tcPr marT="91425" marB="91425" marR="91425" marL="91425"/>
                </a:tc>
                <a:tc>
                  <a:txBody>
                    <a:bodyPr/>
                    <a:lstStyle/>
                    <a:p>
                      <a:pPr indent="0" lvl="0" marL="0" rtl="0" algn="l">
                        <a:spcBef>
                          <a:spcPts val="0"/>
                        </a:spcBef>
                        <a:spcAft>
                          <a:spcPts val="0"/>
                        </a:spcAft>
                        <a:buNone/>
                      </a:pPr>
                      <a:r>
                        <a:rPr lang="en-US"/>
                        <a:t>0.83</a:t>
                      </a:r>
                      <a:endParaRPr/>
                    </a:p>
                  </a:txBody>
                  <a:tcPr marT="91425" marB="91425" marR="91425" marL="91425"/>
                </a:tc>
              </a:tr>
              <a:tr h="381000">
                <a:tc>
                  <a:txBody>
                    <a:bodyPr/>
                    <a:lstStyle/>
                    <a:p>
                      <a:pPr indent="0" lvl="0" marL="0" rtl="0" algn="l">
                        <a:spcBef>
                          <a:spcPts val="0"/>
                        </a:spcBef>
                        <a:spcAft>
                          <a:spcPts val="0"/>
                        </a:spcAft>
                        <a:buNone/>
                      </a:pPr>
                      <a:r>
                        <a:rPr lang="en-US"/>
                        <a:t>XGBoost</a:t>
                      </a:r>
                      <a:endParaRPr/>
                    </a:p>
                  </a:txBody>
                  <a:tcPr marT="91425" marB="91425" marR="91425" marL="91425"/>
                </a:tc>
                <a:tc>
                  <a:txBody>
                    <a:bodyPr/>
                    <a:lstStyle/>
                    <a:p>
                      <a:pPr indent="0" lvl="0" marL="0" rtl="0" algn="l">
                        <a:spcBef>
                          <a:spcPts val="0"/>
                        </a:spcBef>
                        <a:spcAft>
                          <a:spcPts val="0"/>
                        </a:spcAft>
                        <a:buNone/>
                      </a:pPr>
                      <a:r>
                        <a:rPr lang="en-US"/>
                        <a:t>80.0%</a:t>
                      </a:r>
                      <a:endParaRPr/>
                    </a:p>
                  </a:txBody>
                  <a:tcPr marT="91425" marB="91425" marR="91425" marL="91425"/>
                </a:tc>
                <a:tc>
                  <a:txBody>
                    <a:bodyPr/>
                    <a:lstStyle/>
                    <a:p>
                      <a:pPr indent="0" lvl="0" marL="0" rtl="0" algn="l">
                        <a:spcBef>
                          <a:spcPts val="0"/>
                        </a:spcBef>
                        <a:spcAft>
                          <a:spcPts val="0"/>
                        </a:spcAft>
                        <a:buNone/>
                      </a:pPr>
                      <a:r>
                        <a:rPr lang="en-US"/>
                        <a:t>81%</a:t>
                      </a:r>
                      <a:endParaRPr/>
                    </a:p>
                  </a:txBody>
                  <a:tcPr marT="91425" marB="91425" marR="91425" marL="91425"/>
                </a:tc>
                <a:tc>
                  <a:txBody>
                    <a:bodyPr/>
                    <a:lstStyle/>
                    <a:p>
                      <a:pPr indent="0" lvl="0" marL="0" rtl="0" algn="l">
                        <a:spcBef>
                          <a:spcPts val="0"/>
                        </a:spcBef>
                        <a:spcAft>
                          <a:spcPts val="0"/>
                        </a:spcAft>
                        <a:buNone/>
                      </a:pPr>
                      <a:r>
                        <a:rPr lang="en-US"/>
                        <a:t>79%</a:t>
                      </a:r>
                      <a:endParaRPr/>
                    </a:p>
                  </a:txBody>
                  <a:tcPr marT="91425" marB="91425" marR="91425" marL="91425"/>
                </a:tc>
                <a:tc>
                  <a:txBody>
                    <a:bodyPr/>
                    <a:lstStyle/>
                    <a:p>
                      <a:pPr indent="0" lvl="0" marL="0" rtl="0" algn="l">
                        <a:spcBef>
                          <a:spcPts val="0"/>
                        </a:spcBef>
                        <a:spcAft>
                          <a:spcPts val="0"/>
                        </a:spcAft>
                        <a:buNone/>
                      </a:pPr>
                      <a:r>
                        <a:rPr lang="en-US"/>
                        <a:t>81%</a:t>
                      </a:r>
                      <a:endParaRPr/>
                    </a:p>
                  </a:txBody>
                  <a:tcPr marT="91425" marB="91425" marR="91425" marL="91425"/>
                </a:tc>
                <a:tc>
                  <a:txBody>
                    <a:bodyPr/>
                    <a:lstStyle/>
                    <a:p>
                      <a:pPr indent="0" lvl="0" marL="0" rtl="0" algn="l">
                        <a:spcBef>
                          <a:spcPts val="0"/>
                        </a:spcBef>
                        <a:spcAft>
                          <a:spcPts val="0"/>
                        </a:spcAft>
                        <a:buNone/>
                      </a:pPr>
                      <a:r>
                        <a:rPr lang="en-US"/>
                        <a:t>79%</a:t>
                      </a:r>
                      <a:endParaRPr/>
                    </a:p>
                  </a:txBody>
                  <a:tcPr marT="91425" marB="91425" marR="91425" marL="91425"/>
                </a:tc>
                <a:tc>
                  <a:txBody>
                    <a:bodyPr/>
                    <a:lstStyle/>
                    <a:p>
                      <a:pPr indent="0" lvl="0" marL="0" rtl="0" algn="l">
                        <a:spcBef>
                          <a:spcPts val="0"/>
                        </a:spcBef>
                        <a:spcAft>
                          <a:spcPts val="0"/>
                        </a:spcAft>
                        <a:buNone/>
                      </a:pPr>
                      <a:r>
                        <a:rPr lang="en-US"/>
                        <a:t>0.80</a:t>
                      </a:r>
                      <a:endParaRPr/>
                    </a:p>
                  </a:txBody>
                  <a:tcPr marT="91425" marB="91425" marR="91425" marL="91425"/>
                </a:tc>
              </a:tr>
              <a:tr h="381000">
                <a:tc>
                  <a:txBody>
                    <a:bodyPr/>
                    <a:lstStyle/>
                    <a:p>
                      <a:pPr indent="0" lvl="0" marL="0" rtl="0" algn="l">
                        <a:spcBef>
                          <a:spcPts val="0"/>
                        </a:spcBef>
                        <a:spcAft>
                          <a:spcPts val="0"/>
                        </a:spcAft>
                        <a:buNone/>
                      </a:pPr>
                      <a:r>
                        <a:rPr lang="en-US"/>
                        <a:t>Logistic Regression</a:t>
                      </a:r>
                      <a:endParaRPr/>
                    </a:p>
                  </a:txBody>
                  <a:tcPr marT="91425" marB="91425" marR="91425" marL="91425"/>
                </a:tc>
                <a:tc>
                  <a:txBody>
                    <a:bodyPr/>
                    <a:lstStyle/>
                    <a:p>
                      <a:pPr indent="0" lvl="0" marL="0" rtl="0" algn="l">
                        <a:spcBef>
                          <a:spcPts val="0"/>
                        </a:spcBef>
                        <a:spcAft>
                          <a:spcPts val="0"/>
                        </a:spcAft>
                        <a:buNone/>
                      </a:pPr>
                      <a:r>
                        <a:rPr lang="en-US"/>
                        <a:t>78.9%</a:t>
                      </a:r>
                      <a:endParaRPr/>
                    </a:p>
                  </a:txBody>
                  <a:tcPr marT="91425" marB="91425" marR="91425" marL="91425"/>
                </a:tc>
                <a:tc>
                  <a:txBody>
                    <a:bodyPr/>
                    <a:lstStyle/>
                    <a:p>
                      <a:pPr indent="0" lvl="0" marL="0" rtl="0" algn="l">
                        <a:spcBef>
                          <a:spcPts val="0"/>
                        </a:spcBef>
                        <a:spcAft>
                          <a:spcPts val="0"/>
                        </a:spcAft>
                        <a:buNone/>
                      </a:pPr>
                      <a:r>
                        <a:rPr lang="en-US"/>
                        <a:t>82%</a:t>
                      </a:r>
                      <a:endParaRPr/>
                    </a:p>
                  </a:txBody>
                  <a:tcPr marT="91425" marB="91425" marR="91425" marL="91425"/>
                </a:tc>
                <a:tc>
                  <a:txBody>
                    <a:bodyPr/>
                    <a:lstStyle/>
                    <a:p>
                      <a:pPr indent="0" lvl="0" marL="0" rtl="0" algn="l">
                        <a:spcBef>
                          <a:spcPts val="0"/>
                        </a:spcBef>
                        <a:spcAft>
                          <a:spcPts val="0"/>
                        </a:spcAft>
                        <a:buNone/>
                      </a:pPr>
                      <a:r>
                        <a:rPr lang="en-US"/>
                        <a:t>76%</a:t>
                      </a:r>
                      <a:endParaRPr/>
                    </a:p>
                  </a:txBody>
                  <a:tcPr marT="91425" marB="91425" marR="91425" marL="91425"/>
                </a:tc>
                <a:tc>
                  <a:txBody>
                    <a:bodyPr/>
                    <a:lstStyle/>
                    <a:p>
                      <a:pPr indent="0" lvl="0" marL="0" rtl="0" algn="l">
                        <a:spcBef>
                          <a:spcPts val="0"/>
                        </a:spcBef>
                        <a:spcAft>
                          <a:spcPts val="0"/>
                        </a:spcAft>
                        <a:buNone/>
                      </a:pPr>
                      <a:r>
                        <a:rPr lang="en-US"/>
                        <a:t>77%</a:t>
                      </a:r>
                      <a:endParaRPr/>
                    </a:p>
                  </a:txBody>
                  <a:tcPr marT="91425" marB="91425" marR="91425" marL="91425"/>
                </a:tc>
                <a:tc>
                  <a:txBody>
                    <a:bodyPr/>
                    <a:lstStyle/>
                    <a:p>
                      <a:pPr indent="0" lvl="0" marL="0" rtl="0" algn="l">
                        <a:spcBef>
                          <a:spcPts val="0"/>
                        </a:spcBef>
                        <a:spcAft>
                          <a:spcPts val="0"/>
                        </a:spcAft>
                        <a:buNone/>
                      </a:pPr>
                      <a:r>
                        <a:rPr lang="en-US"/>
                        <a:t>81%</a:t>
                      </a:r>
                      <a:endParaRPr/>
                    </a:p>
                  </a:txBody>
                  <a:tcPr marT="91425" marB="91425" marR="91425" marL="91425"/>
                </a:tc>
                <a:tc>
                  <a:txBody>
                    <a:bodyPr/>
                    <a:lstStyle/>
                    <a:p>
                      <a:pPr indent="0" lvl="0" marL="0" rtl="0" algn="l">
                        <a:spcBef>
                          <a:spcPts val="0"/>
                        </a:spcBef>
                        <a:spcAft>
                          <a:spcPts val="0"/>
                        </a:spcAft>
                        <a:buNone/>
                      </a:pPr>
                      <a:r>
                        <a:rPr lang="en-US"/>
                        <a:t>0.79</a:t>
                      </a:r>
                      <a:endParaRPr/>
                    </a:p>
                  </a:txBody>
                  <a:tcPr marT="91425" marB="91425" marR="91425" marL="91425"/>
                </a:tc>
              </a:tr>
            </a:tbl>
          </a:graphicData>
        </a:graphic>
      </p:graphicFrame>
      <p:sp>
        <p:nvSpPr>
          <p:cNvPr id="369" name="Google Shape;369;g3a3829ee620_0_46"/>
          <p:cNvSpPr txBox="1"/>
          <p:nvPr/>
        </p:nvSpPr>
        <p:spPr>
          <a:xfrm>
            <a:off x="483150" y="938700"/>
            <a:ext cx="69036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chemeClr val="dk1"/>
                </a:solidFill>
              </a:rPr>
              <a:t>Performance Summary Table:</a:t>
            </a:r>
            <a:endParaRPr b="1"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a3829ee620_0_56"/>
          <p:cNvSpPr txBox="1"/>
          <p:nvPr>
            <p:ph type="title"/>
          </p:nvPr>
        </p:nvSpPr>
        <p:spPr>
          <a:xfrm>
            <a:off x="438000" y="614725"/>
            <a:ext cx="8391600" cy="977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Discriminatory Power: AUC-ROC Comparison</a:t>
            </a:r>
            <a:endParaRPr/>
          </a:p>
        </p:txBody>
      </p:sp>
      <p:sp>
        <p:nvSpPr>
          <p:cNvPr id="375" name="Google Shape;375;g3a3829ee620_0_56"/>
          <p:cNvSpPr txBox="1"/>
          <p:nvPr>
            <p:ph idx="1" type="body"/>
          </p:nvPr>
        </p:nvSpPr>
        <p:spPr>
          <a:xfrm>
            <a:off x="444627" y="1080655"/>
            <a:ext cx="6822000" cy="3216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Clr>
                <a:schemeClr val="dk1"/>
              </a:buClr>
              <a:buSzPts val="1600"/>
              <a:buFont typeface="Arial"/>
              <a:buNone/>
            </a:pPr>
            <a:r>
              <a:t/>
            </a:r>
            <a:endParaRPr/>
          </a:p>
        </p:txBody>
      </p:sp>
      <p:sp>
        <p:nvSpPr>
          <p:cNvPr id="376" name="Google Shape;376;g3a3829ee620_0_5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3a3829ee620_0_5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78" name="Google Shape;378;g3a3829ee620_0_56"/>
          <p:cNvSpPr/>
          <p:nvPr>
            <p:ph idx="4" type="pic"/>
          </p:nvPr>
        </p:nvSpPr>
        <p:spPr>
          <a:xfrm>
            <a:off x="7426520" y="4767263"/>
            <a:ext cx="995100" cy="273900"/>
          </a:xfrm>
          <a:prstGeom prst="rect">
            <a:avLst/>
          </a:prstGeom>
          <a:noFill/>
          <a:ln>
            <a:noFill/>
          </a:ln>
        </p:spPr>
      </p:sp>
      <p:sp>
        <p:nvSpPr>
          <p:cNvPr id="379" name="Google Shape;379;g3a3829ee620_0_5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380" name="Google Shape;380;g3a3829ee620_0_56"/>
          <p:cNvGraphicFramePr/>
          <p:nvPr/>
        </p:nvGraphicFramePr>
        <p:xfrm>
          <a:off x="952500" y="1619250"/>
          <a:ext cx="3000000" cy="3000000"/>
        </p:xfrm>
        <a:graphic>
          <a:graphicData uri="http://schemas.openxmlformats.org/drawingml/2006/table">
            <a:tbl>
              <a:tblPr>
                <a:noFill/>
                <a:tableStyleId>{27310B38-9D2F-4EA3-8B89-2ABFE866F88D}</a:tableStyleId>
              </a:tblPr>
              <a:tblGrid>
                <a:gridCol w="1809750"/>
                <a:gridCol w="1809750"/>
                <a:gridCol w="1809750"/>
                <a:gridCol w="1809750"/>
              </a:tblGrid>
              <a:tr h="381000">
                <a:tc>
                  <a:txBody>
                    <a:bodyPr/>
                    <a:lstStyle/>
                    <a:p>
                      <a:pPr indent="0" lvl="0" marL="0" rtl="0" algn="l">
                        <a:spcBef>
                          <a:spcPts val="0"/>
                        </a:spcBef>
                        <a:spcAft>
                          <a:spcPts val="0"/>
                        </a:spcAft>
                        <a:buNone/>
                      </a:pPr>
                      <a:r>
                        <a:rPr b="1" lang="en-US"/>
                        <a:t>Rank</a:t>
                      </a:r>
                      <a:endParaRPr b="1"/>
                    </a:p>
                  </a:txBody>
                  <a:tcPr marT="91425" marB="91425" marR="91425" marL="91425"/>
                </a:tc>
                <a:tc>
                  <a:txBody>
                    <a:bodyPr/>
                    <a:lstStyle/>
                    <a:p>
                      <a:pPr indent="0" lvl="0" marL="0" rtl="0" algn="l">
                        <a:spcBef>
                          <a:spcPts val="0"/>
                        </a:spcBef>
                        <a:spcAft>
                          <a:spcPts val="0"/>
                        </a:spcAft>
                        <a:buNone/>
                      </a:pPr>
                      <a:r>
                        <a:rPr b="1" lang="en-US"/>
                        <a:t>Model</a:t>
                      </a:r>
                      <a:endParaRPr b="1"/>
                    </a:p>
                  </a:txBody>
                  <a:tcPr marT="91425" marB="91425" marR="91425" marL="91425"/>
                </a:tc>
                <a:tc>
                  <a:txBody>
                    <a:bodyPr/>
                    <a:lstStyle/>
                    <a:p>
                      <a:pPr indent="0" lvl="0" marL="0" rtl="0" algn="l">
                        <a:spcBef>
                          <a:spcPts val="0"/>
                        </a:spcBef>
                        <a:spcAft>
                          <a:spcPts val="0"/>
                        </a:spcAft>
                        <a:buNone/>
                      </a:pPr>
                      <a:r>
                        <a:rPr b="1" lang="en-US"/>
                        <a:t>AUC Score</a:t>
                      </a:r>
                      <a:endParaRPr b="1"/>
                    </a:p>
                  </a:txBody>
                  <a:tcPr marT="91425" marB="91425" marR="91425" marL="91425"/>
                </a:tc>
                <a:tc>
                  <a:txBody>
                    <a:bodyPr/>
                    <a:lstStyle/>
                    <a:p>
                      <a:pPr indent="0" lvl="0" marL="0" rtl="0" algn="l">
                        <a:spcBef>
                          <a:spcPts val="0"/>
                        </a:spcBef>
                        <a:spcAft>
                          <a:spcPts val="0"/>
                        </a:spcAft>
                        <a:buNone/>
                      </a:pPr>
                      <a:r>
                        <a:rPr b="1" lang="en-US"/>
                        <a:t>Interpretation</a:t>
                      </a:r>
                      <a:endParaRPr b="1"/>
                    </a:p>
                  </a:txBody>
                  <a:tcPr marT="91425" marB="91425" marR="91425" marL="91425"/>
                </a:tc>
              </a:tr>
              <a:tr h="381000">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K-NN</a:t>
                      </a:r>
                      <a:endParaRPr/>
                    </a:p>
                  </a:txBody>
                  <a:tcPr marT="91425" marB="91425" marR="91425" marL="91425"/>
                </a:tc>
                <a:tc>
                  <a:txBody>
                    <a:bodyPr/>
                    <a:lstStyle/>
                    <a:p>
                      <a:pPr indent="0" lvl="0" marL="0" rtl="0" algn="l">
                        <a:spcBef>
                          <a:spcPts val="0"/>
                        </a:spcBef>
                        <a:spcAft>
                          <a:spcPts val="0"/>
                        </a:spcAft>
                        <a:buNone/>
                      </a:pPr>
                      <a:r>
                        <a:rPr lang="en-US"/>
                        <a:t>0.844</a:t>
                      </a:r>
                      <a:endParaRPr/>
                    </a:p>
                  </a:txBody>
                  <a:tcPr marT="91425" marB="91425" marR="91425" marL="91425"/>
                </a:tc>
                <a:tc>
                  <a:txBody>
                    <a:bodyPr/>
                    <a:lstStyle/>
                    <a:p>
                      <a:pPr indent="0" lvl="0" marL="0" rtl="0" algn="l">
                        <a:spcBef>
                          <a:spcPts val="0"/>
                        </a:spcBef>
                        <a:spcAft>
                          <a:spcPts val="0"/>
                        </a:spcAft>
                        <a:buNone/>
                      </a:pPr>
                      <a:r>
                        <a:rPr lang="en-US"/>
                        <a:t>Excellent discrimination</a:t>
                      </a:r>
                      <a:endParaRPr/>
                    </a:p>
                  </a:txBody>
                  <a:tcPr marT="91425" marB="91425" marR="91425" marL="91425"/>
                </a:tc>
              </a:tr>
              <a:tr h="381000">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Random Forest</a:t>
                      </a:r>
                      <a:endParaRPr/>
                    </a:p>
                  </a:txBody>
                  <a:tcPr marT="91425" marB="91425" marR="91425" marL="91425"/>
                </a:tc>
                <a:tc>
                  <a:txBody>
                    <a:bodyPr/>
                    <a:lstStyle/>
                    <a:p>
                      <a:pPr indent="0" lvl="0" marL="0" rtl="0" algn="l">
                        <a:spcBef>
                          <a:spcPts val="0"/>
                        </a:spcBef>
                        <a:spcAft>
                          <a:spcPts val="0"/>
                        </a:spcAft>
                        <a:buNone/>
                      </a:pPr>
                      <a:r>
                        <a:rPr lang="en-US"/>
                        <a:t>0.832</a:t>
                      </a:r>
                      <a:endParaRPr/>
                    </a:p>
                  </a:txBody>
                  <a:tcPr marT="91425" marB="91425" marR="91425" marL="91425"/>
                </a:tc>
                <a:tc>
                  <a:txBody>
                    <a:bodyPr/>
                    <a:lstStyle/>
                    <a:p>
                      <a:pPr indent="0" lvl="0" marL="0" rtl="0" algn="l">
                        <a:spcBef>
                          <a:spcPts val="0"/>
                        </a:spcBef>
                        <a:spcAft>
                          <a:spcPts val="0"/>
                        </a:spcAft>
                        <a:buNone/>
                      </a:pPr>
                      <a:r>
                        <a:rPr lang="en-US"/>
                        <a:t>Excellent discrimination</a:t>
                      </a:r>
                      <a:endParaRPr/>
                    </a:p>
                  </a:txBody>
                  <a:tcPr marT="91425" marB="91425" marR="91425" marL="91425"/>
                </a:tc>
              </a:tr>
              <a:tr h="381000">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Logistic </a:t>
                      </a:r>
                      <a:r>
                        <a:rPr lang="en-US"/>
                        <a:t>Regression</a:t>
                      </a:r>
                      <a:endParaRPr/>
                    </a:p>
                  </a:txBody>
                  <a:tcPr marT="91425" marB="91425" marR="91425" marL="91425"/>
                </a:tc>
                <a:tc>
                  <a:txBody>
                    <a:bodyPr/>
                    <a:lstStyle/>
                    <a:p>
                      <a:pPr indent="0" lvl="0" marL="0" rtl="0" algn="l">
                        <a:spcBef>
                          <a:spcPts val="0"/>
                        </a:spcBef>
                        <a:spcAft>
                          <a:spcPts val="0"/>
                        </a:spcAft>
                        <a:buNone/>
                      </a:pPr>
                      <a:r>
                        <a:rPr lang="en-US"/>
                        <a:t>0.790</a:t>
                      </a:r>
                      <a:endParaRPr/>
                    </a:p>
                  </a:txBody>
                  <a:tcPr marT="91425" marB="91425" marR="91425" marL="91425"/>
                </a:tc>
                <a:tc>
                  <a:txBody>
                    <a:bodyPr/>
                    <a:lstStyle/>
                    <a:p>
                      <a:pPr indent="0" lvl="0" marL="0" rtl="0" algn="l">
                        <a:spcBef>
                          <a:spcPts val="0"/>
                        </a:spcBef>
                        <a:spcAft>
                          <a:spcPts val="0"/>
                        </a:spcAft>
                        <a:buNone/>
                      </a:pPr>
                      <a:r>
                        <a:rPr lang="en-US"/>
                        <a:t>Acceptable discrimination</a:t>
                      </a:r>
                      <a:endParaRPr/>
                    </a:p>
                  </a:txBody>
                  <a:tcPr marT="91425" marB="91425" marR="91425" marL="91425"/>
                </a:tc>
              </a:tr>
              <a:tr h="381000">
                <a:tc>
                  <a:txBody>
                    <a:bodyPr/>
                    <a:lstStyle/>
                    <a:p>
                      <a:pPr indent="0" lvl="0" marL="0" rtl="0" algn="l">
                        <a:spcBef>
                          <a:spcPts val="0"/>
                        </a:spcBef>
                        <a:spcAft>
                          <a:spcPts val="0"/>
                        </a:spcAft>
                        <a:buNone/>
                      </a:pPr>
                      <a:r>
                        <a:rPr lang="en-US"/>
                        <a:t>4</a:t>
                      </a:r>
                      <a:endParaRPr/>
                    </a:p>
                  </a:txBody>
                  <a:tcPr marT="91425" marB="91425" marR="91425" marL="91425"/>
                </a:tc>
                <a:tc>
                  <a:txBody>
                    <a:bodyPr/>
                    <a:lstStyle/>
                    <a:p>
                      <a:pPr indent="0" lvl="0" marL="0" rtl="0" algn="l">
                        <a:spcBef>
                          <a:spcPts val="0"/>
                        </a:spcBef>
                        <a:spcAft>
                          <a:spcPts val="0"/>
                        </a:spcAft>
                        <a:buNone/>
                      </a:pPr>
                      <a:r>
                        <a:rPr lang="en-US"/>
                        <a:t>XGBoost</a:t>
                      </a:r>
                      <a:endParaRPr/>
                    </a:p>
                  </a:txBody>
                  <a:tcPr marT="91425" marB="91425" marR="91425" marL="91425"/>
                </a:tc>
                <a:tc>
                  <a:txBody>
                    <a:bodyPr/>
                    <a:lstStyle/>
                    <a:p>
                      <a:pPr indent="0" lvl="0" marL="0" rtl="0" algn="l">
                        <a:spcBef>
                          <a:spcPts val="0"/>
                        </a:spcBef>
                        <a:spcAft>
                          <a:spcPts val="0"/>
                        </a:spcAft>
                        <a:buNone/>
                      </a:pPr>
                      <a:r>
                        <a:rPr lang="en-US"/>
                        <a:t>0.799</a:t>
                      </a:r>
                      <a:endParaRPr/>
                    </a:p>
                  </a:txBody>
                  <a:tcPr marT="91425" marB="91425" marR="91425" marL="91425"/>
                </a:tc>
                <a:tc>
                  <a:txBody>
                    <a:bodyPr/>
                    <a:lstStyle/>
                    <a:p>
                      <a:pPr indent="0" lvl="0" marL="0" rtl="0" algn="l">
                        <a:spcBef>
                          <a:spcPts val="0"/>
                        </a:spcBef>
                        <a:spcAft>
                          <a:spcPts val="0"/>
                        </a:spcAft>
                        <a:buNone/>
                      </a:pPr>
                      <a:r>
                        <a:rPr lang="en-US"/>
                        <a:t>Acceptable discrimination</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a3829ee620_0_66"/>
          <p:cNvSpPr txBox="1"/>
          <p:nvPr>
            <p:ph type="title"/>
          </p:nvPr>
        </p:nvSpPr>
        <p:spPr>
          <a:xfrm>
            <a:off x="438002" y="329912"/>
            <a:ext cx="8127600" cy="977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Logistic Regression: Interpretable Risk Factors</a:t>
            </a:r>
            <a:endParaRPr/>
          </a:p>
        </p:txBody>
      </p:sp>
      <p:sp>
        <p:nvSpPr>
          <p:cNvPr id="386" name="Google Shape;386;g3a3829ee620_0_6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3a3829ee620_0_6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388" name="Google Shape;388;g3a3829ee620_0_66"/>
          <p:cNvSpPr/>
          <p:nvPr>
            <p:ph idx="4" type="pic"/>
          </p:nvPr>
        </p:nvSpPr>
        <p:spPr>
          <a:xfrm>
            <a:off x="7426520" y="4767263"/>
            <a:ext cx="995100" cy="273900"/>
          </a:xfrm>
          <a:prstGeom prst="rect">
            <a:avLst/>
          </a:prstGeom>
          <a:noFill/>
          <a:ln>
            <a:noFill/>
          </a:ln>
        </p:spPr>
      </p:sp>
      <p:sp>
        <p:nvSpPr>
          <p:cNvPr id="389" name="Google Shape;389;g3a3829ee620_0_6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390" name="Google Shape;390;g3a3829ee620_0_66"/>
          <p:cNvGraphicFramePr/>
          <p:nvPr/>
        </p:nvGraphicFramePr>
        <p:xfrm>
          <a:off x="574525" y="1435786"/>
          <a:ext cx="3000000" cy="3000000"/>
        </p:xfrm>
        <a:graphic>
          <a:graphicData uri="http://schemas.openxmlformats.org/drawingml/2006/table">
            <a:tbl>
              <a:tblPr>
                <a:noFill/>
                <a:tableStyleId>{27310B38-9D2F-4EA3-8B89-2ABFE866F88D}</a:tableStyleId>
              </a:tblPr>
              <a:tblGrid>
                <a:gridCol w="1810350"/>
                <a:gridCol w="1198550"/>
                <a:gridCol w="4982175"/>
              </a:tblGrid>
              <a:tr h="430100">
                <a:tc>
                  <a:txBody>
                    <a:bodyPr/>
                    <a:lstStyle/>
                    <a:p>
                      <a:pPr indent="0" lvl="0" marL="0" rtl="0" algn="l">
                        <a:spcBef>
                          <a:spcPts val="0"/>
                        </a:spcBef>
                        <a:spcAft>
                          <a:spcPts val="0"/>
                        </a:spcAft>
                        <a:buNone/>
                      </a:pPr>
                      <a:r>
                        <a:rPr b="1" lang="en-US"/>
                        <a:t>Feature</a:t>
                      </a:r>
                      <a:endParaRPr b="1"/>
                    </a:p>
                  </a:txBody>
                  <a:tcPr marT="91425" marB="91425" marR="91425" marL="91425"/>
                </a:tc>
                <a:tc>
                  <a:txBody>
                    <a:bodyPr/>
                    <a:lstStyle/>
                    <a:p>
                      <a:pPr indent="0" lvl="0" marL="0" rtl="0" algn="l">
                        <a:spcBef>
                          <a:spcPts val="0"/>
                        </a:spcBef>
                        <a:spcAft>
                          <a:spcPts val="0"/>
                        </a:spcAft>
                        <a:buNone/>
                      </a:pPr>
                      <a:r>
                        <a:rPr b="1" lang="en-US"/>
                        <a:t>Odds Ratio</a:t>
                      </a:r>
                      <a:endParaRPr b="1"/>
                    </a:p>
                  </a:txBody>
                  <a:tcPr marT="91425" marB="91425" marR="91425" marL="91425"/>
                </a:tc>
                <a:tc>
                  <a:txBody>
                    <a:bodyPr/>
                    <a:lstStyle/>
                    <a:p>
                      <a:pPr indent="0" lvl="0" marL="0" rtl="0" algn="l">
                        <a:spcBef>
                          <a:spcPts val="0"/>
                        </a:spcBef>
                        <a:spcAft>
                          <a:spcPts val="0"/>
                        </a:spcAft>
                        <a:buNone/>
                      </a:pPr>
                      <a:r>
                        <a:rPr b="1" lang="en-US"/>
                        <a:t>Interpretation</a:t>
                      </a:r>
                      <a:endParaRPr b="1"/>
                    </a:p>
                  </a:txBody>
                  <a:tcPr marT="91425" marB="91425" marR="91425" marL="91425"/>
                </a:tc>
              </a:tr>
              <a:tr h="413600">
                <a:tc>
                  <a:txBody>
                    <a:bodyPr/>
                    <a:lstStyle/>
                    <a:p>
                      <a:pPr indent="0" lvl="0" marL="0" rtl="0" algn="l">
                        <a:spcBef>
                          <a:spcPts val="0"/>
                        </a:spcBef>
                        <a:spcAft>
                          <a:spcPts val="0"/>
                        </a:spcAft>
                        <a:buNone/>
                      </a:pPr>
                      <a:r>
                        <a:rPr lang="en-US"/>
                        <a:t>ca (# vessels)</a:t>
                      </a:r>
                      <a:endParaRPr/>
                    </a:p>
                  </a:txBody>
                  <a:tcPr marT="91425" marB="91425" marR="91425" marL="91425"/>
                </a:tc>
                <a:tc>
                  <a:txBody>
                    <a:bodyPr/>
                    <a:lstStyle/>
                    <a:p>
                      <a:pPr indent="0" lvl="0" marL="0" rtl="0" algn="l">
                        <a:spcBef>
                          <a:spcPts val="0"/>
                        </a:spcBef>
                        <a:spcAft>
                          <a:spcPts val="0"/>
                        </a:spcAft>
                        <a:buNone/>
                      </a:pPr>
                      <a:r>
                        <a:rPr lang="en-US"/>
                        <a:t>4.05</a:t>
                      </a:r>
                      <a:endParaRPr/>
                    </a:p>
                  </a:txBody>
                  <a:tcPr marT="91425" marB="91425" marR="91425" marL="91425"/>
                </a:tc>
                <a:tc>
                  <a:txBody>
                    <a:bodyPr/>
                    <a:lstStyle/>
                    <a:p>
                      <a:pPr indent="0" lvl="0" marL="0" rtl="0" algn="l">
                        <a:spcBef>
                          <a:spcPts val="0"/>
                        </a:spcBef>
                        <a:spcAft>
                          <a:spcPts val="0"/>
                        </a:spcAft>
                        <a:buNone/>
                      </a:pPr>
                      <a:r>
                        <a:rPr lang="en-US"/>
                        <a:t>Each additional vessel colored increases disease odds by 305%</a:t>
                      </a:r>
                      <a:endParaRPr/>
                    </a:p>
                  </a:txBody>
                  <a:tcPr marT="91425" marB="91425" marR="91425" marL="91425"/>
                </a:tc>
              </a:tr>
              <a:tr h="413600">
                <a:tc>
                  <a:txBody>
                    <a:bodyPr/>
                    <a:lstStyle/>
                    <a:p>
                      <a:pPr indent="0" lvl="0" marL="0" rtl="0" algn="l">
                        <a:spcBef>
                          <a:spcPts val="0"/>
                        </a:spcBef>
                        <a:spcAft>
                          <a:spcPts val="0"/>
                        </a:spcAft>
                        <a:buNone/>
                      </a:pPr>
                      <a:r>
                        <a:rPr lang="en-US"/>
                        <a:t>sex</a:t>
                      </a:r>
                      <a:endParaRPr/>
                    </a:p>
                  </a:txBody>
                  <a:tcPr marT="91425" marB="91425" marR="91425" marL="91425"/>
                </a:tc>
                <a:tc>
                  <a:txBody>
                    <a:bodyPr/>
                    <a:lstStyle/>
                    <a:p>
                      <a:pPr indent="0" lvl="0" marL="0" rtl="0" algn="l">
                        <a:spcBef>
                          <a:spcPts val="0"/>
                        </a:spcBef>
                        <a:spcAft>
                          <a:spcPts val="0"/>
                        </a:spcAft>
                        <a:buNone/>
                      </a:pPr>
                      <a:r>
                        <a:rPr lang="en-US"/>
                        <a:t>2.62</a:t>
                      </a:r>
                      <a:endParaRPr/>
                    </a:p>
                  </a:txBody>
                  <a:tcPr marT="91425" marB="91425" marR="91425" marL="91425"/>
                </a:tc>
                <a:tc>
                  <a:txBody>
                    <a:bodyPr/>
                    <a:lstStyle/>
                    <a:p>
                      <a:pPr indent="0" lvl="0" marL="0" rtl="0" algn="l">
                        <a:spcBef>
                          <a:spcPts val="0"/>
                        </a:spcBef>
                        <a:spcAft>
                          <a:spcPts val="0"/>
                        </a:spcAft>
                        <a:buNone/>
                      </a:pPr>
                      <a:r>
                        <a:rPr lang="en-US"/>
                        <a:t>Males have 162% higher odds of disease</a:t>
                      </a:r>
                      <a:endParaRPr/>
                    </a:p>
                  </a:txBody>
                  <a:tcPr marT="91425" marB="91425" marR="91425" marL="91425"/>
                </a:tc>
              </a:tr>
              <a:tr h="430100">
                <a:tc>
                  <a:txBody>
                    <a:bodyPr/>
                    <a:lstStyle/>
                    <a:p>
                      <a:pPr indent="0" lvl="0" marL="0" rtl="0" algn="l">
                        <a:spcBef>
                          <a:spcPts val="0"/>
                        </a:spcBef>
                        <a:spcAft>
                          <a:spcPts val="0"/>
                        </a:spcAft>
                        <a:buNone/>
                      </a:pPr>
                      <a:r>
                        <a:rPr lang="en-US"/>
                        <a:t>thal</a:t>
                      </a:r>
                      <a:endParaRPr/>
                    </a:p>
                  </a:txBody>
                  <a:tcPr marT="91425" marB="91425" marR="91425" marL="91425"/>
                </a:tc>
                <a:tc>
                  <a:txBody>
                    <a:bodyPr/>
                    <a:lstStyle/>
                    <a:p>
                      <a:pPr indent="0" lvl="0" marL="0" rtl="0" algn="l">
                        <a:spcBef>
                          <a:spcPts val="0"/>
                        </a:spcBef>
                        <a:spcAft>
                          <a:spcPts val="0"/>
                        </a:spcAft>
                        <a:buNone/>
                      </a:pPr>
                      <a:r>
                        <a:rPr lang="en-US"/>
                        <a:t>2.26</a:t>
                      </a:r>
                      <a:endParaRPr/>
                    </a:p>
                  </a:txBody>
                  <a:tcPr marT="91425" marB="91425" marR="91425" marL="91425"/>
                </a:tc>
                <a:tc>
                  <a:txBody>
                    <a:bodyPr/>
                    <a:lstStyle/>
                    <a:p>
                      <a:pPr indent="0" lvl="0" marL="0" rtl="0" algn="l">
                        <a:spcBef>
                          <a:spcPts val="0"/>
                        </a:spcBef>
                        <a:spcAft>
                          <a:spcPts val="0"/>
                        </a:spcAft>
                        <a:buNone/>
                      </a:pPr>
                      <a:r>
                        <a:rPr lang="en-US"/>
                        <a:t>Thalassemia abnormality increases odds by 126%</a:t>
                      </a:r>
                      <a:endParaRPr/>
                    </a:p>
                  </a:txBody>
                  <a:tcPr marT="91425" marB="91425" marR="91425" marL="91425"/>
                </a:tc>
              </a:tr>
              <a:tr h="430100">
                <a:tc>
                  <a:txBody>
                    <a:bodyPr/>
                    <a:lstStyle/>
                    <a:p>
                      <a:pPr indent="0" lvl="0" marL="0" rtl="0" algn="l">
                        <a:spcBef>
                          <a:spcPts val="0"/>
                        </a:spcBef>
                        <a:spcAft>
                          <a:spcPts val="0"/>
                        </a:spcAft>
                        <a:buNone/>
                      </a:pPr>
                      <a:r>
                        <a:rPr lang="en-US"/>
                        <a:t>trestbps</a:t>
                      </a:r>
                      <a:endParaRPr/>
                    </a:p>
                  </a:txBody>
                  <a:tcPr marT="91425" marB="91425" marR="91425" marL="91425"/>
                </a:tc>
                <a:tc>
                  <a:txBody>
                    <a:bodyPr/>
                    <a:lstStyle/>
                    <a:p>
                      <a:pPr indent="0" lvl="0" marL="0" rtl="0" algn="l">
                        <a:spcBef>
                          <a:spcPts val="0"/>
                        </a:spcBef>
                        <a:spcAft>
                          <a:spcPts val="0"/>
                        </a:spcAft>
                        <a:buNone/>
                      </a:pPr>
                      <a:r>
                        <a:rPr lang="en-US"/>
                        <a:t>1.86</a:t>
                      </a:r>
                      <a:endParaRPr/>
                    </a:p>
                  </a:txBody>
                  <a:tcPr marT="91425" marB="91425" marR="91425" marL="91425"/>
                </a:tc>
                <a:tc>
                  <a:txBody>
                    <a:bodyPr/>
                    <a:lstStyle/>
                    <a:p>
                      <a:pPr indent="0" lvl="0" marL="0" rtl="0" algn="l">
                        <a:spcBef>
                          <a:spcPts val="0"/>
                        </a:spcBef>
                        <a:spcAft>
                          <a:spcPts val="0"/>
                        </a:spcAft>
                        <a:buNone/>
                      </a:pPr>
                      <a:r>
                        <a:rPr lang="en-US"/>
                        <a:t>Higher blood pressure increases odds by 86%</a:t>
                      </a:r>
                      <a:endParaRPr/>
                    </a:p>
                  </a:txBody>
                  <a:tcPr marT="91425" marB="91425" marR="91425" marL="91425"/>
                </a:tc>
              </a:tr>
              <a:tr h="430100">
                <a:tc>
                  <a:txBody>
                    <a:bodyPr/>
                    <a:lstStyle/>
                    <a:p>
                      <a:pPr indent="0" lvl="0" marL="0" rtl="0" algn="l">
                        <a:spcBef>
                          <a:spcPts val="0"/>
                        </a:spcBef>
                        <a:spcAft>
                          <a:spcPts val="0"/>
                        </a:spcAft>
                        <a:buNone/>
                      </a:pPr>
                      <a:r>
                        <a:rPr lang="en-US"/>
                        <a:t>oldpeak</a:t>
                      </a:r>
                      <a:endParaRPr/>
                    </a:p>
                  </a:txBody>
                  <a:tcPr marT="91425" marB="91425" marR="91425" marL="91425"/>
                </a:tc>
                <a:tc>
                  <a:txBody>
                    <a:bodyPr/>
                    <a:lstStyle/>
                    <a:p>
                      <a:pPr indent="0" lvl="0" marL="0" rtl="0" algn="l">
                        <a:spcBef>
                          <a:spcPts val="0"/>
                        </a:spcBef>
                        <a:spcAft>
                          <a:spcPts val="0"/>
                        </a:spcAft>
                        <a:buNone/>
                      </a:pPr>
                      <a:r>
                        <a:rPr lang="en-US"/>
                        <a:t>1.7</a:t>
                      </a:r>
                      <a:r>
                        <a:rPr lang="en-US"/>
                        <a:t>0</a:t>
                      </a:r>
                      <a:endParaRPr/>
                    </a:p>
                  </a:txBody>
                  <a:tcPr marT="91425" marB="91425" marR="91425" marL="91425"/>
                </a:tc>
                <a:tc>
                  <a:txBody>
                    <a:bodyPr/>
                    <a:lstStyle/>
                    <a:p>
                      <a:pPr indent="0" lvl="0" marL="0" rtl="0" algn="l">
                        <a:spcBef>
                          <a:spcPts val="0"/>
                        </a:spcBef>
                        <a:spcAft>
                          <a:spcPts val="0"/>
                        </a:spcAft>
                        <a:buNone/>
                      </a:pPr>
                      <a:r>
                        <a:rPr lang="en-US"/>
                        <a:t>Greater ST depression increases odds by 70%</a:t>
                      </a:r>
                      <a:endParaRPr/>
                    </a:p>
                  </a:txBody>
                  <a:tcPr marT="91425" marB="91425" marR="91425" marL="91425"/>
                </a:tc>
              </a:tr>
              <a:tr h="430100">
                <a:tc>
                  <a:txBody>
                    <a:bodyPr/>
                    <a:lstStyle/>
                    <a:p>
                      <a:pPr indent="0" lvl="0" marL="0" rtl="0" algn="l">
                        <a:spcBef>
                          <a:spcPts val="0"/>
                        </a:spcBef>
                        <a:spcAft>
                          <a:spcPts val="0"/>
                        </a:spcAft>
                        <a:buNone/>
                      </a:pPr>
                      <a:r>
                        <a:rPr lang="en-US"/>
                        <a:t>thalach</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0.48</a:t>
                      </a:r>
                      <a:endParaRPr/>
                    </a:p>
                  </a:txBody>
                  <a:tcPr marT="91425" marB="91425" marR="91425" marL="91425"/>
                </a:tc>
                <a:tc>
                  <a:txBody>
                    <a:bodyPr/>
                    <a:lstStyle/>
                    <a:p>
                      <a:pPr indent="0" lvl="0" marL="0" rtl="0" algn="l">
                        <a:spcBef>
                          <a:spcPts val="0"/>
                        </a:spcBef>
                        <a:spcAft>
                          <a:spcPts val="0"/>
                        </a:spcAft>
                        <a:buNone/>
                      </a:pPr>
                      <a:r>
                        <a:rPr lang="en-US"/>
                        <a:t>Higher max heart rate reduces odds by 52%</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a3829ee620_0_76"/>
          <p:cNvSpPr txBox="1"/>
          <p:nvPr>
            <p:ph type="title"/>
          </p:nvPr>
        </p:nvSpPr>
        <p:spPr>
          <a:xfrm>
            <a:off x="438000" y="342577"/>
            <a:ext cx="8240400" cy="640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25000"/>
              <a:buFont typeface="Arial Black"/>
              <a:buNone/>
            </a:pPr>
            <a:r>
              <a:rPr lang="en-US" sz="2000"/>
              <a:t>Understanding Model Predictions: Where Do Models Succeed and Fail?</a:t>
            </a:r>
            <a:endParaRPr sz="2000"/>
          </a:p>
        </p:txBody>
      </p:sp>
      <p:sp>
        <p:nvSpPr>
          <p:cNvPr id="396" name="Google Shape;396;g3a3829ee620_0_76"/>
          <p:cNvSpPr txBox="1"/>
          <p:nvPr>
            <p:ph idx="1" type="body"/>
          </p:nvPr>
        </p:nvSpPr>
        <p:spPr>
          <a:xfrm>
            <a:off x="444627" y="1080655"/>
            <a:ext cx="6822000" cy="3216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Clr>
                <a:schemeClr val="dk1"/>
              </a:buClr>
              <a:buSzPts val="1600"/>
              <a:buFont typeface="Arial"/>
              <a:buNone/>
            </a:pPr>
            <a:r>
              <a:rPr lang="en-US"/>
              <a:t>Comparison Across Models:</a:t>
            </a:r>
            <a:endParaRPr/>
          </a:p>
        </p:txBody>
      </p:sp>
      <p:sp>
        <p:nvSpPr>
          <p:cNvPr id="397" name="Google Shape;397;g3a3829ee620_0_76"/>
          <p:cNvSpPr txBox="1"/>
          <p:nvPr>
            <p:ph idx="2" type="body"/>
          </p:nvPr>
        </p:nvSpPr>
        <p:spPr>
          <a:xfrm>
            <a:off x="437990" y="4069460"/>
            <a:ext cx="5505600" cy="2739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0000"/>
              </a:lnSpc>
              <a:spcBef>
                <a:spcPts val="0"/>
              </a:spcBef>
              <a:spcAft>
                <a:spcPts val="0"/>
              </a:spcAft>
              <a:buClr>
                <a:schemeClr val="accent4"/>
              </a:buClr>
              <a:buSzPts val="1200"/>
              <a:buFont typeface="Arial"/>
              <a:buNone/>
            </a:pPr>
            <a:r>
              <a:t/>
            </a:r>
            <a:endParaRPr/>
          </a:p>
        </p:txBody>
      </p:sp>
      <p:sp>
        <p:nvSpPr>
          <p:cNvPr id="398" name="Google Shape;398;g3a3829ee620_0_7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3a3829ee620_0_7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400" name="Google Shape;400;g3a3829ee620_0_76"/>
          <p:cNvSpPr/>
          <p:nvPr>
            <p:ph idx="4" type="pic"/>
          </p:nvPr>
        </p:nvSpPr>
        <p:spPr>
          <a:xfrm>
            <a:off x="7426520" y="4767263"/>
            <a:ext cx="995100" cy="273900"/>
          </a:xfrm>
          <a:prstGeom prst="rect">
            <a:avLst/>
          </a:prstGeom>
          <a:noFill/>
          <a:ln>
            <a:noFill/>
          </a:ln>
        </p:spPr>
      </p:sp>
      <p:sp>
        <p:nvSpPr>
          <p:cNvPr id="401" name="Google Shape;401;g3a3829ee620_0_7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graphicFrame>
        <p:nvGraphicFramePr>
          <p:cNvPr id="402" name="Google Shape;402;g3a3829ee620_0_76"/>
          <p:cNvGraphicFramePr/>
          <p:nvPr/>
        </p:nvGraphicFramePr>
        <p:xfrm>
          <a:off x="952500" y="1619250"/>
          <a:ext cx="3000000" cy="3000000"/>
        </p:xfrm>
        <a:graphic>
          <a:graphicData uri="http://schemas.openxmlformats.org/drawingml/2006/table">
            <a:tbl>
              <a:tblPr>
                <a:noFill/>
                <a:tableStyleId>{27310B38-9D2F-4EA3-8B89-2ABFE866F88D}</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b="1" lang="en-US"/>
                        <a:t>Model</a:t>
                      </a:r>
                      <a:endParaRPr b="1"/>
                    </a:p>
                  </a:txBody>
                  <a:tcPr marT="91425" marB="91425" marR="91425" marL="91425"/>
                </a:tc>
                <a:tc>
                  <a:txBody>
                    <a:bodyPr/>
                    <a:lstStyle/>
                    <a:p>
                      <a:pPr indent="0" lvl="0" marL="0" rtl="0" algn="l">
                        <a:spcBef>
                          <a:spcPts val="0"/>
                        </a:spcBef>
                        <a:spcAft>
                          <a:spcPts val="0"/>
                        </a:spcAft>
                        <a:buNone/>
                      </a:pPr>
                      <a:r>
                        <a:rPr b="1" lang="en-US"/>
                        <a:t>True Negatives</a:t>
                      </a:r>
                      <a:endParaRPr b="1"/>
                    </a:p>
                  </a:txBody>
                  <a:tcPr marT="91425" marB="91425" marR="91425" marL="91425"/>
                </a:tc>
                <a:tc>
                  <a:txBody>
                    <a:bodyPr/>
                    <a:lstStyle/>
                    <a:p>
                      <a:pPr indent="0" lvl="0" marL="0" rtl="0" algn="l">
                        <a:spcBef>
                          <a:spcPts val="0"/>
                        </a:spcBef>
                        <a:spcAft>
                          <a:spcPts val="0"/>
                        </a:spcAft>
                        <a:buNone/>
                      </a:pPr>
                      <a:r>
                        <a:rPr b="1" lang="en-US"/>
                        <a:t>False Positives</a:t>
                      </a:r>
                      <a:endParaRPr b="1"/>
                    </a:p>
                  </a:txBody>
                  <a:tcPr marT="91425" marB="91425" marR="91425" marL="91425"/>
                </a:tc>
                <a:tc>
                  <a:txBody>
                    <a:bodyPr/>
                    <a:lstStyle/>
                    <a:p>
                      <a:pPr indent="0" lvl="0" marL="0" rtl="0" algn="l">
                        <a:spcBef>
                          <a:spcPts val="0"/>
                        </a:spcBef>
                        <a:spcAft>
                          <a:spcPts val="0"/>
                        </a:spcAft>
                        <a:buNone/>
                      </a:pPr>
                      <a:r>
                        <a:rPr b="1" lang="en-US"/>
                        <a:t>False Negatives</a:t>
                      </a:r>
                      <a:endParaRPr b="1"/>
                    </a:p>
                  </a:txBody>
                  <a:tcPr marT="91425" marB="91425" marR="91425" marL="91425"/>
                </a:tc>
                <a:tc>
                  <a:txBody>
                    <a:bodyPr/>
                    <a:lstStyle/>
                    <a:p>
                      <a:pPr indent="0" lvl="0" marL="0" rtl="0" algn="l">
                        <a:spcBef>
                          <a:spcPts val="0"/>
                        </a:spcBef>
                        <a:spcAft>
                          <a:spcPts val="0"/>
                        </a:spcAft>
                        <a:buNone/>
                      </a:pPr>
                      <a:r>
                        <a:rPr b="1" lang="en-US"/>
                        <a:t>True Positives</a:t>
                      </a:r>
                      <a:endParaRPr b="1"/>
                    </a:p>
                  </a:txBody>
                  <a:tcPr marT="91425" marB="91425" marR="91425" marL="91425"/>
                </a:tc>
              </a:tr>
              <a:tr h="381000">
                <a:tc>
                  <a:txBody>
                    <a:bodyPr/>
                    <a:lstStyle/>
                    <a:p>
                      <a:pPr indent="0" lvl="0" marL="0" rtl="0" algn="l">
                        <a:spcBef>
                          <a:spcPts val="0"/>
                        </a:spcBef>
                        <a:spcAft>
                          <a:spcPts val="0"/>
                        </a:spcAft>
                        <a:buNone/>
                      </a:pPr>
                      <a:r>
                        <a:rPr lang="en-US"/>
                        <a:t>K-NN</a:t>
                      </a:r>
                      <a:endParaRPr/>
                    </a:p>
                  </a:txBody>
                  <a:tcPr marT="91425" marB="91425" marR="91425" marL="91425"/>
                </a:tc>
                <a:tc>
                  <a:txBody>
                    <a:bodyPr/>
                    <a:lstStyle/>
                    <a:p>
                      <a:pPr indent="0" lvl="0" marL="0" rtl="0" algn="l">
                        <a:spcBef>
                          <a:spcPts val="0"/>
                        </a:spcBef>
                        <a:spcAft>
                          <a:spcPts val="0"/>
                        </a:spcAft>
                        <a:buNone/>
                      </a:pPr>
                      <a:r>
                        <a:rPr lang="en-US"/>
                        <a:t>41</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35</a:t>
                      </a:r>
                      <a:endParaRPr/>
                    </a:p>
                  </a:txBody>
                  <a:tcPr marT="91425" marB="91425" marR="91425" marL="91425"/>
                </a:tc>
              </a:tr>
              <a:tr h="381000">
                <a:tc>
                  <a:txBody>
                    <a:bodyPr/>
                    <a:lstStyle/>
                    <a:p>
                      <a:pPr indent="0" lvl="0" marL="0" rtl="0" algn="l">
                        <a:spcBef>
                          <a:spcPts val="0"/>
                        </a:spcBef>
                        <a:spcAft>
                          <a:spcPts val="0"/>
                        </a:spcAft>
                        <a:buNone/>
                      </a:pPr>
                      <a:r>
                        <a:rPr lang="en-US"/>
                        <a:t>Random Forest</a:t>
                      </a:r>
                      <a:endParaRPr/>
                    </a:p>
                  </a:txBody>
                  <a:tcPr marT="91425" marB="91425" marR="91425" marL="91425"/>
                </a:tc>
                <a:tc>
                  <a:txBody>
                    <a:bodyPr/>
                    <a:lstStyle/>
                    <a:p>
                      <a:pPr indent="0" lvl="0" marL="0" rtl="0" algn="l">
                        <a:spcBef>
                          <a:spcPts val="0"/>
                        </a:spcBef>
                        <a:spcAft>
                          <a:spcPts val="0"/>
                        </a:spcAft>
                        <a:buNone/>
                      </a:pPr>
                      <a:r>
                        <a:rPr lang="en-US"/>
                        <a:t>41</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34</a:t>
                      </a:r>
                      <a:endParaRPr/>
                    </a:p>
                  </a:txBody>
                  <a:tcPr marT="91425" marB="91425" marR="91425" marL="91425"/>
                </a:tc>
              </a:tr>
              <a:tr h="381000">
                <a:tc>
                  <a:txBody>
                    <a:bodyPr/>
                    <a:lstStyle/>
                    <a:p>
                      <a:pPr indent="0" lvl="0" marL="0" rtl="0" algn="l">
                        <a:spcBef>
                          <a:spcPts val="0"/>
                        </a:spcBef>
                        <a:spcAft>
                          <a:spcPts val="0"/>
                        </a:spcAft>
                        <a:buNone/>
                      </a:pPr>
                      <a:r>
                        <a:rPr lang="en-US"/>
                        <a:t>Logistic Regression</a:t>
                      </a:r>
                      <a:endParaRPr/>
                    </a:p>
                  </a:txBody>
                  <a:tcPr marT="91425" marB="91425" marR="91425" marL="91425"/>
                </a:tc>
                <a:tc>
                  <a:txBody>
                    <a:bodyPr/>
                    <a:lstStyle/>
                    <a:p>
                      <a:pPr indent="0" lvl="0" marL="0" rtl="0" algn="l">
                        <a:spcBef>
                          <a:spcPts val="0"/>
                        </a:spcBef>
                        <a:spcAft>
                          <a:spcPts val="0"/>
                        </a:spcAft>
                        <a:buNone/>
                      </a:pPr>
                      <a:r>
                        <a:rPr lang="en-US"/>
                        <a:t>37</a:t>
                      </a:r>
                      <a:endParaRPr/>
                    </a:p>
                  </a:txBody>
                  <a:tcPr marT="91425" marB="91425" marR="91425" marL="91425"/>
                </a:tc>
                <a:tc>
                  <a:txBody>
                    <a:bodyPr/>
                    <a:lstStyle/>
                    <a:p>
                      <a:pPr indent="0" lvl="0" marL="0" rtl="0" algn="l">
                        <a:spcBef>
                          <a:spcPts val="0"/>
                        </a:spcBef>
                        <a:spcAft>
                          <a:spcPts val="0"/>
                        </a:spcAft>
                        <a:buNone/>
                      </a:pPr>
                      <a:r>
                        <a:rPr lang="en-US"/>
                        <a:t>11</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34</a:t>
                      </a:r>
                      <a:endParaRPr/>
                    </a:p>
                  </a:txBody>
                  <a:tcPr marT="91425" marB="91425" marR="91425" marL="91425"/>
                </a:tc>
              </a:tr>
              <a:tr h="381000">
                <a:tc>
                  <a:txBody>
                    <a:bodyPr/>
                    <a:lstStyle/>
                    <a:p>
                      <a:pPr indent="0" lvl="0" marL="0" rtl="0" algn="l">
                        <a:spcBef>
                          <a:spcPts val="0"/>
                        </a:spcBef>
                        <a:spcAft>
                          <a:spcPts val="0"/>
                        </a:spcAft>
                        <a:buNone/>
                      </a:pPr>
                      <a:r>
                        <a:rPr lang="en-US"/>
                        <a:t>XGBoost</a:t>
                      </a:r>
                      <a:endParaRPr/>
                    </a:p>
                  </a:txBody>
                  <a:tcPr marT="91425" marB="91425" marR="91425" marL="91425"/>
                </a:tc>
                <a:tc>
                  <a:txBody>
                    <a:bodyPr/>
                    <a:lstStyle/>
                    <a:p>
                      <a:pPr indent="0" lvl="0" marL="0" rtl="0" algn="l">
                        <a:spcBef>
                          <a:spcPts val="0"/>
                        </a:spcBef>
                        <a:spcAft>
                          <a:spcPts val="0"/>
                        </a:spcAft>
                        <a:buNone/>
                      </a:pPr>
                      <a:r>
                        <a:rPr lang="en-US"/>
                        <a:t>39</a:t>
                      </a:r>
                      <a:endParaRPr/>
                    </a:p>
                  </a:txBody>
                  <a:tcPr marT="91425" marB="91425" marR="91425" marL="91425"/>
                </a:tc>
                <a:tc>
                  <a:txBody>
                    <a:bodyPr/>
                    <a:lstStyle/>
                    <a:p>
                      <a:pPr indent="0" lvl="0" marL="0" rtl="0" algn="l">
                        <a:spcBef>
                          <a:spcPts val="0"/>
                        </a:spcBef>
                        <a:spcAft>
                          <a:spcPts val="0"/>
                        </a:spcAft>
                        <a:buNone/>
                      </a:pPr>
                      <a:r>
                        <a:rPr lang="en-US"/>
                        <a:t>9</a:t>
                      </a:r>
                      <a:endParaRPr/>
                    </a:p>
                  </a:txBody>
                  <a:tcPr marT="91425" marB="91425" marR="91425" marL="91425"/>
                </a:tc>
                <a:tc>
                  <a:txBody>
                    <a:bodyPr/>
                    <a:lstStyle/>
                    <a:p>
                      <a:pPr indent="0" lvl="0" marL="0" rtl="0" algn="l">
                        <a:spcBef>
                          <a:spcPts val="0"/>
                        </a:spcBef>
                        <a:spcAft>
                          <a:spcPts val="0"/>
                        </a:spcAft>
                        <a:buNone/>
                      </a:pPr>
                      <a:r>
                        <a:rPr lang="en-US"/>
                        <a:t>9</a:t>
                      </a:r>
                      <a:endParaRPr/>
                    </a:p>
                  </a:txBody>
                  <a:tcPr marT="91425" marB="91425" marR="91425" marL="91425"/>
                </a:tc>
                <a:tc>
                  <a:txBody>
                    <a:bodyPr/>
                    <a:lstStyle/>
                    <a:p>
                      <a:pPr indent="0" lvl="0" marL="0" rtl="0" algn="l">
                        <a:spcBef>
                          <a:spcPts val="0"/>
                        </a:spcBef>
                        <a:spcAft>
                          <a:spcPts val="0"/>
                        </a:spcAft>
                        <a:buNone/>
                      </a:pPr>
                      <a:r>
                        <a:rPr lang="en-US"/>
                        <a:t>33</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a3829ee620_0_86"/>
          <p:cNvSpPr txBox="1"/>
          <p:nvPr>
            <p:ph type="title"/>
          </p:nvPr>
        </p:nvSpPr>
        <p:spPr>
          <a:xfrm>
            <a:off x="438002" y="614725"/>
            <a:ext cx="8298600" cy="977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500"/>
              <a:buFont typeface="Arial Black"/>
              <a:buNone/>
            </a:pPr>
            <a:r>
              <a:rPr lang="en-US"/>
              <a:t>Final Recommendations &amp; Business Impact</a:t>
            </a:r>
            <a:endParaRPr/>
          </a:p>
        </p:txBody>
      </p:sp>
      <p:sp>
        <p:nvSpPr>
          <p:cNvPr id="408" name="Google Shape;408;g3a3829ee620_0_86"/>
          <p:cNvSpPr txBox="1"/>
          <p:nvPr>
            <p:ph idx="1" type="body"/>
          </p:nvPr>
        </p:nvSpPr>
        <p:spPr>
          <a:xfrm>
            <a:off x="444625" y="1080600"/>
            <a:ext cx="8423400" cy="3386400"/>
          </a:xfrm>
          <a:prstGeom prst="rect">
            <a:avLst/>
          </a:prstGeom>
          <a:noFill/>
          <a:ln>
            <a:noFill/>
          </a:ln>
        </p:spPr>
        <p:txBody>
          <a:bodyPr anchorCtr="0" anchor="t" bIns="45700" lIns="91425" spcFirstLastPara="1" rIns="91425" wrap="square" tIns="45700">
            <a:normAutofit fontScale="32500" lnSpcReduction="10000"/>
          </a:bodyPr>
          <a:lstStyle/>
          <a:p>
            <a:pPr indent="0" lvl="0" marL="0" rtl="0" algn="l">
              <a:lnSpc>
                <a:spcPct val="115000"/>
              </a:lnSpc>
              <a:spcBef>
                <a:spcPts val="1200"/>
              </a:spcBef>
              <a:spcAft>
                <a:spcPts val="0"/>
              </a:spcAft>
              <a:buClr>
                <a:schemeClr val="dk1"/>
              </a:buClr>
              <a:buSzPct val="25581"/>
              <a:buFont typeface="Arial"/>
              <a:buNone/>
            </a:pPr>
            <a:r>
              <a:rPr lang="en-US" sz="4300"/>
              <a:t>Winner: K-Nearest Neighbors (K=13)</a:t>
            </a:r>
            <a:r>
              <a:rPr b="0" lang="en-US" sz="4300"/>
              <a:t> Based on comprehensive evaluation across multiple metrics, K-NN emerges as the superior model for heart disease prediction:</a:t>
            </a:r>
            <a:endParaRPr b="0" sz="4300"/>
          </a:p>
          <a:p>
            <a:pPr indent="-317341" lvl="0" marL="457200" rtl="0" algn="l">
              <a:lnSpc>
                <a:spcPct val="115000"/>
              </a:lnSpc>
              <a:spcBef>
                <a:spcPts val="1200"/>
              </a:spcBef>
              <a:spcAft>
                <a:spcPts val="0"/>
              </a:spcAft>
              <a:buSzPct val="100000"/>
              <a:buChar char="●"/>
            </a:pPr>
            <a:r>
              <a:rPr lang="en-US" sz="4300"/>
              <a:t>Highest accuracy:</a:t>
            </a:r>
            <a:r>
              <a:rPr b="0" lang="en-US" sz="4300"/>
              <a:t> 84.4%</a:t>
            </a:r>
            <a:endParaRPr b="0" sz="4300"/>
          </a:p>
          <a:p>
            <a:pPr indent="-317341" lvl="0" marL="457200" rtl="0" algn="l">
              <a:lnSpc>
                <a:spcPct val="115000"/>
              </a:lnSpc>
              <a:spcBef>
                <a:spcPts val="0"/>
              </a:spcBef>
              <a:spcAft>
                <a:spcPts val="0"/>
              </a:spcAft>
              <a:buSzPct val="100000"/>
              <a:buChar char="●"/>
            </a:pPr>
            <a:r>
              <a:rPr lang="en-US" sz="4300"/>
              <a:t>Best AUC score:</a:t>
            </a:r>
            <a:r>
              <a:rPr b="0" lang="en-US" sz="4300"/>
              <a:t> 0.844</a:t>
            </a:r>
            <a:endParaRPr b="0" sz="4300"/>
          </a:p>
          <a:p>
            <a:pPr indent="-317341" lvl="0" marL="457200" rtl="0" algn="l">
              <a:lnSpc>
                <a:spcPct val="115000"/>
              </a:lnSpc>
              <a:spcBef>
                <a:spcPts val="0"/>
              </a:spcBef>
              <a:spcAft>
                <a:spcPts val="0"/>
              </a:spcAft>
              <a:buSzPct val="100000"/>
              <a:buChar char="●"/>
            </a:pPr>
            <a:r>
              <a:rPr lang="en-US" sz="4300"/>
              <a:t>Balanced precision-recall:</a:t>
            </a:r>
            <a:r>
              <a:rPr b="0" lang="en-US" sz="4300"/>
              <a:t> 84% macro average</a:t>
            </a:r>
            <a:endParaRPr b="0" sz="4300"/>
          </a:p>
          <a:p>
            <a:pPr indent="-317341" lvl="0" marL="457200" rtl="0" algn="l">
              <a:lnSpc>
                <a:spcPct val="115000"/>
              </a:lnSpc>
              <a:spcBef>
                <a:spcPts val="0"/>
              </a:spcBef>
              <a:spcAft>
                <a:spcPts val="0"/>
              </a:spcAft>
              <a:buSzPct val="100000"/>
              <a:buChar char="●"/>
            </a:pPr>
            <a:r>
              <a:rPr lang="en-US" sz="4300"/>
              <a:t>Fewest false negatives:</a:t>
            </a:r>
            <a:r>
              <a:rPr b="0" lang="en-US" sz="4300"/>
              <a:t> Only 7 missed diagnoses</a:t>
            </a:r>
            <a:endParaRPr b="0" sz="4300"/>
          </a:p>
          <a:p>
            <a:pPr indent="0" lvl="0" marL="0" rtl="0" algn="l">
              <a:lnSpc>
                <a:spcPct val="115000"/>
              </a:lnSpc>
              <a:spcBef>
                <a:spcPts val="1200"/>
              </a:spcBef>
              <a:spcAft>
                <a:spcPts val="0"/>
              </a:spcAft>
              <a:buNone/>
            </a:pPr>
            <a:r>
              <a:rPr lang="en-US" sz="4300"/>
              <a:t>Business Recommendations:</a:t>
            </a:r>
            <a:endParaRPr sz="4300"/>
          </a:p>
          <a:p>
            <a:pPr indent="-317341" lvl="0" marL="457200" rtl="0" algn="l">
              <a:lnSpc>
                <a:spcPct val="115000"/>
              </a:lnSpc>
              <a:spcBef>
                <a:spcPts val="1200"/>
              </a:spcBef>
              <a:spcAft>
                <a:spcPts val="0"/>
              </a:spcAft>
              <a:buSzPct val="100000"/>
              <a:buAutoNum type="arabicPeriod"/>
            </a:pPr>
            <a:r>
              <a:rPr lang="en-US" sz="4300"/>
              <a:t>Implement K-NN model</a:t>
            </a:r>
            <a:r>
              <a:rPr b="0" lang="en-US" sz="4300"/>
              <a:t> as primary screening tool in clinical decision support systems</a:t>
            </a:r>
            <a:endParaRPr b="0" sz="4300"/>
          </a:p>
          <a:p>
            <a:pPr indent="-317341" lvl="0" marL="457200" rtl="0" algn="l">
              <a:lnSpc>
                <a:spcPct val="115000"/>
              </a:lnSpc>
              <a:spcBef>
                <a:spcPts val="0"/>
              </a:spcBef>
              <a:spcAft>
                <a:spcPts val="0"/>
              </a:spcAft>
              <a:buSzPct val="100000"/>
              <a:buAutoNum type="arabicPeriod"/>
            </a:pPr>
            <a:r>
              <a:rPr lang="en-US" sz="4300"/>
              <a:t>Deploy Random Forest as backup</a:t>
            </a:r>
            <a:r>
              <a:rPr b="0" lang="en-US" sz="4300"/>
              <a:t> (83.3% accuracy) for validation and ensemble approaches</a:t>
            </a:r>
            <a:endParaRPr b="0" sz="4300"/>
          </a:p>
          <a:p>
            <a:pPr indent="-317341" lvl="0" marL="457200" rtl="0" algn="l">
              <a:lnSpc>
                <a:spcPct val="115000"/>
              </a:lnSpc>
              <a:spcBef>
                <a:spcPts val="0"/>
              </a:spcBef>
              <a:spcAft>
                <a:spcPts val="0"/>
              </a:spcAft>
              <a:buSzPct val="100000"/>
              <a:buAutoNum type="arabicPeriod"/>
            </a:pPr>
            <a:r>
              <a:rPr lang="en-US" sz="4300"/>
              <a:t>Use Logistic Regression for interpretation:</a:t>
            </a:r>
            <a:r>
              <a:rPr b="0" lang="en-US" sz="4300"/>
              <a:t> Despite lower accuracy (78.9%), its odds ratios provide valuable clinical insights into risk factors</a:t>
            </a:r>
            <a:endParaRPr b="0" sz="4300"/>
          </a:p>
          <a:p>
            <a:pPr indent="-317341" lvl="0" marL="457200" rtl="0" algn="l">
              <a:lnSpc>
                <a:spcPct val="115000"/>
              </a:lnSpc>
              <a:spcBef>
                <a:spcPts val="0"/>
              </a:spcBef>
              <a:spcAft>
                <a:spcPts val="0"/>
              </a:spcAft>
              <a:buSzPct val="100000"/>
              <a:buAutoNum type="arabicPeriod"/>
            </a:pPr>
            <a:r>
              <a:rPr lang="en-US" sz="4300"/>
              <a:t>Focus interventions on high-risk indicators:</a:t>
            </a:r>
            <a:r>
              <a:rPr b="0" lang="en-US" sz="4300"/>
              <a:t> Number of vessels (ca), sex, and thalassemia type</a:t>
            </a:r>
            <a:endParaRPr/>
          </a:p>
        </p:txBody>
      </p:sp>
      <p:sp>
        <p:nvSpPr>
          <p:cNvPr id="409" name="Google Shape;409;g3a3829ee620_0_86"/>
          <p:cNvSpPr txBox="1"/>
          <p:nvPr>
            <p:ph idx="11" type="ftr"/>
          </p:nvPr>
        </p:nvSpPr>
        <p:spPr>
          <a:xfrm>
            <a:off x="437989" y="4767263"/>
            <a:ext cx="55056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a3829ee620_0_86"/>
          <p:cNvSpPr txBox="1"/>
          <p:nvPr>
            <p:ph idx="3" type="body"/>
          </p:nvPr>
        </p:nvSpPr>
        <p:spPr>
          <a:xfrm>
            <a:off x="6186116" y="4767264"/>
            <a:ext cx="1200600" cy="273900"/>
          </a:xfrm>
          <a:prstGeom prst="rect">
            <a:avLst/>
          </a:prstGeom>
          <a:noFill/>
          <a:ln>
            <a:noFill/>
          </a:ln>
        </p:spPr>
        <p:txBody>
          <a:bodyPr anchorCtr="0" anchor="ctr" bIns="45700" lIns="91425" spcFirstLastPara="1" rIns="91425" wrap="square" tIns="45700">
            <a:normAutofit/>
          </a:bodyPr>
          <a:lstStyle/>
          <a:p>
            <a:pPr indent="0" lvl="0" marL="0" rtl="0" algn="r">
              <a:lnSpc>
                <a:spcPct val="110000"/>
              </a:lnSpc>
              <a:spcBef>
                <a:spcPts val="0"/>
              </a:spcBef>
              <a:spcAft>
                <a:spcPts val="0"/>
              </a:spcAft>
              <a:buClr>
                <a:schemeClr val="lt1"/>
              </a:buClr>
              <a:buSzPts val="800"/>
              <a:buFont typeface="Arial"/>
              <a:buNone/>
            </a:pPr>
            <a:r>
              <a:t/>
            </a:r>
            <a:endParaRPr/>
          </a:p>
        </p:txBody>
      </p:sp>
      <p:sp>
        <p:nvSpPr>
          <p:cNvPr id="411" name="Google Shape;411;g3a3829ee620_0_86"/>
          <p:cNvSpPr/>
          <p:nvPr>
            <p:ph idx="4" type="pic"/>
          </p:nvPr>
        </p:nvSpPr>
        <p:spPr>
          <a:xfrm>
            <a:off x="7426520" y="4767263"/>
            <a:ext cx="995100" cy="273900"/>
          </a:xfrm>
          <a:prstGeom prst="rect">
            <a:avLst/>
          </a:prstGeom>
          <a:noFill/>
          <a:ln>
            <a:noFill/>
          </a:ln>
        </p:spPr>
      </p:sp>
      <p:sp>
        <p:nvSpPr>
          <p:cNvPr id="412" name="Google Shape;412;g3a3829ee620_0_86"/>
          <p:cNvSpPr txBox="1"/>
          <p:nvPr>
            <p:ph idx="12" type="sldNum"/>
          </p:nvPr>
        </p:nvSpPr>
        <p:spPr>
          <a:xfrm>
            <a:off x="8565691" y="4767263"/>
            <a:ext cx="577500" cy="273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3"/>
          <p:cNvSpPr txBox="1"/>
          <p:nvPr>
            <p:ph type="title"/>
          </p:nvPr>
        </p:nvSpPr>
        <p:spPr>
          <a:xfrm>
            <a:off x="530614" y="91974"/>
            <a:ext cx="4525513" cy="2354940"/>
          </a:xfrm>
          <a:prstGeom prst="rect">
            <a:avLst/>
          </a:prstGeom>
          <a:noFill/>
          <a:ln>
            <a:noFill/>
          </a:ln>
        </p:spPr>
        <p:txBody>
          <a:bodyPr anchorCtr="0" anchor="b" bIns="45700" lIns="91425" spcFirstLastPara="1" rIns="91425" wrap="square" tIns="45700">
            <a:noAutofit/>
          </a:bodyPr>
          <a:lstStyle/>
          <a:p>
            <a:pPr indent="0" lvl="0" marL="0" rtl="0" algn="l">
              <a:lnSpc>
                <a:spcPct val="83333"/>
              </a:lnSpc>
              <a:spcBef>
                <a:spcPts val="0"/>
              </a:spcBef>
              <a:spcAft>
                <a:spcPts val="0"/>
              </a:spcAft>
              <a:buClr>
                <a:schemeClr val="dk1"/>
              </a:buClr>
              <a:buSzPts val="4800"/>
              <a:buFont typeface="Arial Black"/>
              <a:buNone/>
            </a:pPr>
            <a:r>
              <a:rPr lang="en-US"/>
              <a:t>THANK YOU</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a3829ee620_0_233"/>
          <p:cNvSpPr txBox="1"/>
          <p:nvPr>
            <p:ph type="title"/>
          </p:nvPr>
        </p:nvSpPr>
        <p:spPr>
          <a:xfrm>
            <a:off x="438000" y="614726"/>
            <a:ext cx="8706000" cy="61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Appendix A1: Dataset Sample</a:t>
            </a:r>
            <a:endParaRPr sz="2400">
              <a:latin typeface="Arial"/>
              <a:ea typeface="Arial"/>
              <a:cs typeface="Arial"/>
              <a:sym typeface="Arial"/>
            </a:endParaRPr>
          </a:p>
        </p:txBody>
      </p:sp>
      <p:sp>
        <p:nvSpPr>
          <p:cNvPr id="424" name="Google Shape;424;g3a3829ee620_0_233"/>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425" name="Google Shape;425;g3a3829ee620_0_233"/>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26" name="Google Shape;426;g3a3829ee620_0_233"/>
          <p:cNvSpPr/>
          <p:nvPr>
            <p:ph idx="4" type="pic"/>
          </p:nvPr>
        </p:nvSpPr>
        <p:spPr>
          <a:xfrm>
            <a:off x="7426520" y="4767263"/>
            <a:ext cx="995100" cy="273900"/>
          </a:xfrm>
          <a:prstGeom prst="rect">
            <a:avLst/>
          </a:prstGeom>
        </p:spPr>
      </p:sp>
      <p:sp>
        <p:nvSpPr>
          <p:cNvPr id="427" name="Google Shape;427;g3a3829ee620_0_233"/>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428" name="Google Shape;428;g3a3829ee620_0_233"/>
          <p:cNvPicPr preferRelativeResize="0"/>
          <p:nvPr/>
        </p:nvPicPr>
        <p:blipFill>
          <a:blip r:embed="rId3">
            <a:alphaModFix/>
          </a:blip>
          <a:stretch>
            <a:fillRect/>
          </a:stretch>
        </p:blipFill>
        <p:spPr>
          <a:xfrm>
            <a:off x="152400" y="1366501"/>
            <a:ext cx="8839201" cy="21910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a3a7dbb965_0_17"/>
          <p:cNvSpPr txBox="1"/>
          <p:nvPr>
            <p:ph type="title"/>
          </p:nvPr>
        </p:nvSpPr>
        <p:spPr>
          <a:xfrm>
            <a:off x="438000" y="284400"/>
            <a:ext cx="8375700" cy="4659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a:t>Appendix B1: EDA Results, </a:t>
            </a:r>
            <a:r>
              <a:rPr lang="en-US"/>
              <a:t>Predictors of Heart Disease</a:t>
            </a:r>
            <a:endParaRPr/>
          </a:p>
        </p:txBody>
      </p:sp>
      <p:sp>
        <p:nvSpPr>
          <p:cNvPr id="435" name="Google Shape;435;g3a3a7dbb965_0_17"/>
          <p:cNvSpPr txBox="1"/>
          <p:nvPr>
            <p:ph idx="1" type="body"/>
          </p:nvPr>
        </p:nvSpPr>
        <p:spPr>
          <a:xfrm>
            <a:off x="444625" y="1275875"/>
            <a:ext cx="4360200" cy="35889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rPr lang="en-US" sz="1100"/>
              <a:t>Key Findings from Correlation Analysis:</a:t>
            </a:r>
            <a:endParaRPr sz="1100"/>
          </a:p>
          <a:p>
            <a:pPr indent="0" lvl="0" marL="0" rtl="0" algn="l">
              <a:lnSpc>
                <a:spcPct val="115000"/>
              </a:lnSpc>
              <a:spcBef>
                <a:spcPts val="1200"/>
              </a:spcBef>
              <a:spcAft>
                <a:spcPts val="0"/>
              </a:spcAft>
              <a:buClr>
                <a:schemeClr val="dk1"/>
              </a:buClr>
              <a:buSzPts val="1100"/>
              <a:buFont typeface="Arial"/>
              <a:buNone/>
            </a:pPr>
            <a:r>
              <a:rPr b="0" i="1" lang="en-US" sz="1100"/>
              <a:t>Strongest Predictors of Heart Disease (from correlation heatmap):</a:t>
            </a:r>
            <a:endParaRPr b="0" i="1" sz="1100"/>
          </a:p>
          <a:p>
            <a:pPr indent="-298450" lvl="0" marL="457200" rtl="0" algn="l">
              <a:lnSpc>
                <a:spcPct val="115000"/>
              </a:lnSpc>
              <a:spcBef>
                <a:spcPts val="1200"/>
              </a:spcBef>
              <a:spcAft>
                <a:spcPts val="0"/>
              </a:spcAft>
              <a:buSzPts val="1100"/>
              <a:buChar char="●"/>
            </a:pPr>
            <a:r>
              <a:rPr lang="en-US" sz="1100"/>
              <a:t>thal (Thalassemia):</a:t>
            </a:r>
            <a:r>
              <a:rPr b="0" lang="en-US" sz="1100"/>
              <a:t> +0.52 correlation - strongest single predictor</a:t>
            </a:r>
            <a:endParaRPr b="0" sz="1100"/>
          </a:p>
          <a:p>
            <a:pPr indent="-298450" lvl="0" marL="457200" rtl="0" algn="l">
              <a:lnSpc>
                <a:spcPct val="115000"/>
              </a:lnSpc>
              <a:spcBef>
                <a:spcPts val="0"/>
              </a:spcBef>
              <a:spcAft>
                <a:spcPts val="0"/>
              </a:spcAft>
              <a:buSzPts val="1100"/>
              <a:buChar char="●"/>
            </a:pPr>
            <a:r>
              <a:rPr lang="en-US" sz="1100"/>
              <a:t>ca (# of major vessels):</a:t>
            </a:r>
            <a:r>
              <a:rPr b="0" lang="en-US" sz="1100"/>
              <a:t> +0.46 correlation - second strongest indicator</a:t>
            </a:r>
            <a:endParaRPr b="0" sz="1100"/>
          </a:p>
          <a:p>
            <a:pPr indent="-298450" lvl="0" marL="457200" rtl="0" algn="l">
              <a:lnSpc>
                <a:spcPct val="115000"/>
              </a:lnSpc>
              <a:spcBef>
                <a:spcPts val="0"/>
              </a:spcBef>
              <a:spcAft>
                <a:spcPts val="0"/>
              </a:spcAft>
              <a:buSzPts val="1100"/>
              <a:buChar char="●"/>
            </a:pPr>
            <a:r>
              <a:rPr lang="en-US" sz="1100"/>
              <a:t>thalach (Max heart rate):</a:t>
            </a:r>
            <a:r>
              <a:rPr b="0" lang="en-US" sz="1100"/>
              <a:t> -0.42 correlation - negative relationship (protective effect)</a:t>
            </a:r>
            <a:endParaRPr b="0" sz="1100"/>
          </a:p>
          <a:p>
            <a:pPr indent="-298450" lvl="0" marL="457200" rtl="0" algn="l">
              <a:lnSpc>
                <a:spcPct val="115000"/>
              </a:lnSpc>
              <a:spcBef>
                <a:spcPts val="0"/>
              </a:spcBef>
              <a:spcAft>
                <a:spcPts val="0"/>
              </a:spcAft>
              <a:buSzPts val="1100"/>
              <a:buChar char="●"/>
            </a:pPr>
            <a:r>
              <a:rPr lang="en-US" sz="1100"/>
              <a:t>cp (Chest pain type):</a:t>
            </a:r>
            <a:r>
              <a:rPr b="0" lang="en-US" sz="1100"/>
              <a:t> +0.41 correlation - significant diagnostic indicator</a:t>
            </a:r>
            <a:endParaRPr b="0" sz="1100"/>
          </a:p>
          <a:p>
            <a:pPr indent="-298450" lvl="0" marL="457200" rtl="0" algn="l">
              <a:lnSpc>
                <a:spcPct val="115000"/>
              </a:lnSpc>
              <a:spcBef>
                <a:spcPts val="0"/>
              </a:spcBef>
              <a:spcAft>
                <a:spcPts val="0"/>
              </a:spcAft>
              <a:buSzPts val="1100"/>
              <a:buChar char="●"/>
            </a:pPr>
            <a:r>
              <a:rPr lang="en-US" sz="1100"/>
              <a:t>exang (Exercise-induced angina):</a:t>
            </a:r>
            <a:r>
              <a:rPr b="0" lang="en-US" sz="1100"/>
              <a:t> +0.42 correlation - important symptom marker</a:t>
            </a:r>
            <a:endParaRPr b="0" sz="1100"/>
          </a:p>
          <a:p>
            <a:pPr indent="-298450" lvl="0" marL="457200" rtl="0" algn="l">
              <a:lnSpc>
                <a:spcPct val="115000"/>
              </a:lnSpc>
              <a:spcBef>
                <a:spcPts val="0"/>
              </a:spcBef>
              <a:spcAft>
                <a:spcPts val="0"/>
              </a:spcAft>
              <a:buSzPts val="1100"/>
              <a:buChar char="●"/>
            </a:pPr>
            <a:r>
              <a:rPr lang="en-US" sz="1100"/>
              <a:t>oldpeak (ST depression):</a:t>
            </a:r>
            <a:r>
              <a:rPr b="0" lang="en-US" sz="1100"/>
              <a:t> +0.42 correlation - critical ECG measurement</a:t>
            </a:r>
            <a:endParaRPr b="0" sz="1100"/>
          </a:p>
          <a:p>
            <a:pPr indent="-298450" lvl="0" marL="457200" rtl="0" algn="l">
              <a:lnSpc>
                <a:spcPct val="115000"/>
              </a:lnSpc>
              <a:spcBef>
                <a:spcPts val="0"/>
              </a:spcBef>
              <a:spcAft>
                <a:spcPts val="0"/>
              </a:spcAft>
              <a:buSzPts val="1100"/>
              <a:buChar char="●"/>
            </a:pPr>
            <a:r>
              <a:rPr lang="en-US" sz="1100"/>
              <a:t>slope (ST segment slope):</a:t>
            </a:r>
            <a:r>
              <a:rPr b="0" lang="en-US" sz="1100"/>
              <a:t> +0.33 correlation - moderate predictor</a:t>
            </a:r>
            <a:endParaRPr b="0" sz="1100"/>
          </a:p>
          <a:p>
            <a:pPr indent="0" lvl="0" marL="0" rtl="0" algn="l">
              <a:spcBef>
                <a:spcPts val="1200"/>
              </a:spcBef>
              <a:spcAft>
                <a:spcPts val="0"/>
              </a:spcAft>
              <a:buNone/>
            </a:pPr>
            <a:r>
              <a:t/>
            </a:r>
            <a:endParaRPr/>
          </a:p>
        </p:txBody>
      </p:sp>
      <p:sp>
        <p:nvSpPr>
          <p:cNvPr id="436" name="Google Shape;436;g3a3a7dbb965_0_17"/>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37" name="Google Shape;437;g3a3a7dbb965_0_17"/>
          <p:cNvSpPr/>
          <p:nvPr>
            <p:ph idx="4" type="pic"/>
          </p:nvPr>
        </p:nvSpPr>
        <p:spPr>
          <a:xfrm>
            <a:off x="7426520" y="4767263"/>
            <a:ext cx="995100" cy="273900"/>
          </a:xfrm>
          <a:prstGeom prst="rect">
            <a:avLst/>
          </a:prstGeom>
        </p:spPr>
      </p:sp>
      <p:sp>
        <p:nvSpPr>
          <p:cNvPr id="438" name="Google Shape;438;g3a3a7dbb965_0_17"/>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439" name="Google Shape;439;g3a3a7dbb965_0_17"/>
          <p:cNvPicPr preferRelativeResize="0"/>
          <p:nvPr/>
        </p:nvPicPr>
        <p:blipFill>
          <a:blip r:embed="rId3">
            <a:alphaModFix/>
          </a:blip>
          <a:stretch>
            <a:fillRect/>
          </a:stretch>
        </p:blipFill>
        <p:spPr>
          <a:xfrm>
            <a:off x="4684725" y="1080625"/>
            <a:ext cx="4458476" cy="29723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a3a7dbb965_0_59"/>
          <p:cNvSpPr txBox="1"/>
          <p:nvPr>
            <p:ph type="title"/>
          </p:nvPr>
        </p:nvSpPr>
        <p:spPr>
          <a:xfrm>
            <a:off x="438002" y="614725"/>
            <a:ext cx="8225400" cy="977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Appendix B2: EDA Results, Age Distribution</a:t>
            </a:r>
            <a:endParaRPr/>
          </a:p>
          <a:p>
            <a:pPr indent="0" lvl="0" marL="0" rtl="0" algn="l">
              <a:spcBef>
                <a:spcPts val="0"/>
              </a:spcBef>
              <a:spcAft>
                <a:spcPts val="0"/>
              </a:spcAft>
              <a:buNone/>
            </a:pPr>
            <a:r>
              <a:t/>
            </a:r>
            <a:endParaRPr/>
          </a:p>
        </p:txBody>
      </p:sp>
      <p:sp>
        <p:nvSpPr>
          <p:cNvPr id="446" name="Google Shape;446;g3a3a7dbb965_0_59"/>
          <p:cNvSpPr txBox="1"/>
          <p:nvPr>
            <p:ph idx="1" type="body"/>
          </p:nvPr>
        </p:nvSpPr>
        <p:spPr>
          <a:xfrm>
            <a:off x="174601" y="1115110"/>
            <a:ext cx="4990800" cy="29133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t/>
            </a:r>
            <a:endParaRPr b="0" i="1"/>
          </a:p>
          <a:p>
            <a:pPr indent="-330200" lvl="0" marL="457200" rtl="0" algn="l">
              <a:lnSpc>
                <a:spcPct val="115000"/>
              </a:lnSpc>
              <a:spcBef>
                <a:spcPts val="1200"/>
              </a:spcBef>
              <a:spcAft>
                <a:spcPts val="0"/>
              </a:spcAft>
              <a:buSzPts val="1600"/>
              <a:buChar char="●"/>
            </a:pPr>
            <a:r>
              <a:rPr lang="en-US"/>
              <a:t>Patients without disease:</a:t>
            </a:r>
            <a:r>
              <a:rPr b="0" lang="en-US"/>
              <a:t> Median age ~52 years, range 29-77 years</a:t>
            </a:r>
            <a:endParaRPr b="0"/>
          </a:p>
          <a:p>
            <a:pPr indent="-330200" lvl="0" marL="457200" rtl="0" algn="l">
              <a:lnSpc>
                <a:spcPct val="115000"/>
              </a:lnSpc>
              <a:spcBef>
                <a:spcPts val="0"/>
              </a:spcBef>
              <a:spcAft>
                <a:spcPts val="0"/>
              </a:spcAft>
              <a:buSzPts val="1600"/>
              <a:buChar char="●"/>
            </a:pPr>
            <a:r>
              <a:rPr lang="en-US"/>
              <a:t>Patients with disease:</a:t>
            </a:r>
            <a:r>
              <a:rPr b="0" lang="en-US"/>
              <a:t> Median age ~58 years, range 35-77 years, with outliers</a:t>
            </a:r>
            <a:endParaRPr b="0"/>
          </a:p>
          <a:p>
            <a:pPr indent="-330200" lvl="0" marL="457200" rtl="0" algn="l">
              <a:lnSpc>
                <a:spcPct val="115000"/>
              </a:lnSpc>
              <a:spcBef>
                <a:spcPts val="0"/>
              </a:spcBef>
              <a:spcAft>
                <a:spcPts val="0"/>
              </a:spcAft>
              <a:buSzPts val="1600"/>
              <a:buChar char="●"/>
            </a:pPr>
            <a:r>
              <a:rPr b="0" lang="en-US"/>
              <a:t>Heart disease patients tend to be slightly older, though substantial overlap exists across age groups</a:t>
            </a:r>
            <a:endParaRPr b="0"/>
          </a:p>
          <a:p>
            <a:pPr indent="0" lvl="0" marL="0" rtl="0" algn="l">
              <a:spcBef>
                <a:spcPts val="1200"/>
              </a:spcBef>
              <a:spcAft>
                <a:spcPts val="0"/>
              </a:spcAft>
              <a:buNone/>
            </a:pPr>
            <a:r>
              <a:t/>
            </a:r>
            <a:endParaRPr/>
          </a:p>
        </p:txBody>
      </p:sp>
      <p:sp>
        <p:nvSpPr>
          <p:cNvPr id="447" name="Google Shape;447;g3a3a7dbb965_0_59"/>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448" name="Google Shape;448;g3a3a7dbb965_0_59"/>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49" name="Google Shape;449;g3a3a7dbb965_0_59"/>
          <p:cNvSpPr/>
          <p:nvPr>
            <p:ph idx="4" type="pic"/>
          </p:nvPr>
        </p:nvSpPr>
        <p:spPr>
          <a:xfrm>
            <a:off x="7426520" y="4767263"/>
            <a:ext cx="995100" cy="273900"/>
          </a:xfrm>
          <a:prstGeom prst="rect">
            <a:avLst/>
          </a:prstGeom>
        </p:spPr>
      </p:sp>
      <p:sp>
        <p:nvSpPr>
          <p:cNvPr id="450" name="Google Shape;450;g3a3a7dbb965_0_59"/>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51" name="Google Shape;451;g3a3a7dbb965_0_59"/>
          <p:cNvPicPr preferRelativeResize="0"/>
          <p:nvPr/>
        </p:nvPicPr>
        <p:blipFill>
          <a:blip r:embed="rId3">
            <a:alphaModFix/>
          </a:blip>
          <a:stretch>
            <a:fillRect/>
          </a:stretch>
        </p:blipFill>
        <p:spPr>
          <a:xfrm>
            <a:off x="5165400" y="2169138"/>
            <a:ext cx="3977799" cy="2447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a3a7dbb965_0_48"/>
          <p:cNvSpPr txBox="1"/>
          <p:nvPr>
            <p:ph type="title"/>
          </p:nvPr>
        </p:nvSpPr>
        <p:spPr>
          <a:xfrm>
            <a:off x="438002" y="614725"/>
            <a:ext cx="8225400" cy="9771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a:t>Appendix B3: EDA Results, </a:t>
            </a:r>
            <a:r>
              <a:rPr lang="en-US"/>
              <a:t>Maximum Heart Rate</a:t>
            </a:r>
            <a:endParaRPr/>
          </a:p>
          <a:p>
            <a:pPr indent="0" lvl="0" marL="0" rtl="0" algn="l">
              <a:spcBef>
                <a:spcPts val="0"/>
              </a:spcBef>
              <a:spcAft>
                <a:spcPts val="0"/>
              </a:spcAft>
              <a:buNone/>
            </a:pPr>
            <a:r>
              <a:t/>
            </a:r>
            <a:endParaRPr/>
          </a:p>
        </p:txBody>
      </p:sp>
      <p:sp>
        <p:nvSpPr>
          <p:cNvPr id="458" name="Google Shape;458;g3a3a7dbb965_0_48"/>
          <p:cNvSpPr txBox="1"/>
          <p:nvPr>
            <p:ph idx="1" type="body"/>
          </p:nvPr>
        </p:nvSpPr>
        <p:spPr>
          <a:xfrm>
            <a:off x="444625" y="1080600"/>
            <a:ext cx="4780500" cy="2913300"/>
          </a:xfrm>
          <a:prstGeom prst="rect">
            <a:avLst/>
          </a:prstGeom>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SzPts val="1700"/>
              <a:buChar char="●"/>
            </a:pPr>
            <a:r>
              <a:rPr lang="en-US" sz="1700"/>
              <a:t>No disease patients:</a:t>
            </a:r>
            <a:r>
              <a:rPr b="0" lang="en-US" sz="1700"/>
              <a:t> Median ~160 bpm (higher maximum heart rates during exercise)</a:t>
            </a:r>
            <a:endParaRPr b="0" sz="1700"/>
          </a:p>
          <a:p>
            <a:pPr indent="-336550" lvl="0" marL="457200" rtl="0" algn="l">
              <a:lnSpc>
                <a:spcPct val="115000"/>
              </a:lnSpc>
              <a:spcBef>
                <a:spcPts val="0"/>
              </a:spcBef>
              <a:spcAft>
                <a:spcPts val="0"/>
              </a:spcAft>
              <a:buSzPts val="1700"/>
              <a:buChar char="●"/>
            </a:pPr>
            <a:r>
              <a:rPr lang="en-US" sz="1700"/>
              <a:t>Disease patients:</a:t>
            </a:r>
            <a:r>
              <a:rPr b="0" lang="en-US" sz="1700"/>
              <a:t> Median ~141 bpm (significantly lower maximum heart rates)</a:t>
            </a:r>
            <a:endParaRPr b="0" sz="1700"/>
          </a:p>
          <a:p>
            <a:pPr indent="-336550" lvl="0" marL="457200" rtl="0" algn="l">
              <a:lnSpc>
                <a:spcPct val="115000"/>
              </a:lnSpc>
              <a:spcBef>
                <a:spcPts val="0"/>
              </a:spcBef>
              <a:spcAft>
                <a:spcPts val="0"/>
              </a:spcAft>
              <a:buSzPts val="1700"/>
              <a:buChar char="●"/>
            </a:pPr>
            <a:r>
              <a:rPr lang="en-US" sz="1700"/>
              <a:t>Clinical insight:</a:t>
            </a:r>
            <a:r>
              <a:rPr b="0" lang="en-US" sz="1700"/>
              <a:t> Reduced exercise capacity (lower max heart rate) is a strong indicator of cardiovascular compromise</a:t>
            </a:r>
            <a:endParaRPr b="0" i="1" sz="1700"/>
          </a:p>
          <a:p>
            <a:pPr indent="0" lvl="0" marL="0" rtl="0" algn="l">
              <a:spcBef>
                <a:spcPts val="1200"/>
              </a:spcBef>
              <a:spcAft>
                <a:spcPts val="0"/>
              </a:spcAft>
              <a:buNone/>
            </a:pPr>
            <a:r>
              <a:t/>
            </a:r>
            <a:endParaRPr/>
          </a:p>
        </p:txBody>
      </p:sp>
      <p:sp>
        <p:nvSpPr>
          <p:cNvPr id="459" name="Google Shape;459;g3a3a7dbb965_0_48"/>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460" name="Google Shape;460;g3a3a7dbb965_0_48"/>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61" name="Google Shape;461;g3a3a7dbb965_0_48"/>
          <p:cNvSpPr/>
          <p:nvPr>
            <p:ph idx="4" type="pic"/>
          </p:nvPr>
        </p:nvSpPr>
        <p:spPr>
          <a:xfrm>
            <a:off x="7426520" y="4767263"/>
            <a:ext cx="995100" cy="273900"/>
          </a:xfrm>
          <a:prstGeom prst="rect">
            <a:avLst/>
          </a:prstGeom>
        </p:spPr>
      </p:sp>
      <p:sp>
        <p:nvSpPr>
          <p:cNvPr id="462" name="Google Shape;462;g3a3a7dbb965_0_48"/>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63" name="Google Shape;463;g3a3a7dbb965_0_48"/>
          <p:cNvPicPr preferRelativeResize="0"/>
          <p:nvPr/>
        </p:nvPicPr>
        <p:blipFill>
          <a:blip r:embed="rId3">
            <a:alphaModFix/>
          </a:blip>
          <a:stretch>
            <a:fillRect/>
          </a:stretch>
        </p:blipFill>
        <p:spPr>
          <a:xfrm>
            <a:off x="5321375" y="2312275"/>
            <a:ext cx="3822626" cy="23523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3a3a7dbb965_0_29"/>
          <p:cNvSpPr txBox="1"/>
          <p:nvPr>
            <p:ph type="title"/>
          </p:nvPr>
        </p:nvSpPr>
        <p:spPr>
          <a:xfrm>
            <a:off x="438002" y="614725"/>
            <a:ext cx="8225400" cy="9771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44000"/>
              <a:buFont typeface="Arial"/>
              <a:buNone/>
            </a:pPr>
            <a:r>
              <a:rPr lang="en-US"/>
              <a:t>Appendix B4: EDA Results, ST Depression - oldpeak</a:t>
            </a:r>
            <a:endParaRPr/>
          </a:p>
          <a:p>
            <a:pPr indent="0" lvl="0" marL="0" rtl="0" algn="l">
              <a:spcBef>
                <a:spcPts val="0"/>
              </a:spcBef>
              <a:spcAft>
                <a:spcPts val="0"/>
              </a:spcAft>
              <a:buNone/>
            </a:pPr>
            <a:r>
              <a:t/>
            </a:r>
            <a:endParaRPr/>
          </a:p>
        </p:txBody>
      </p:sp>
      <p:sp>
        <p:nvSpPr>
          <p:cNvPr id="470" name="Google Shape;470;g3a3a7dbb965_0_29"/>
          <p:cNvSpPr txBox="1"/>
          <p:nvPr>
            <p:ph idx="1" type="body"/>
          </p:nvPr>
        </p:nvSpPr>
        <p:spPr>
          <a:xfrm>
            <a:off x="444625" y="1080600"/>
            <a:ext cx="4405200" cy="291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Clr>
                <a:schemeClr val="dk1"/>
              </a:buClr>
              <a:buSzPts val="1100"/>
              <a:buFont typeface="Arial"/>
              <a:buNone/>
            </a:pPr>
            <a:r>
              <a:rPr lang="en-US" sz="1700"/>
              <a:t>No disease patients:</a:t>
            </a:r>
            <a:r>
              <a:rPr b="0" lang="en-US" sz="1700"/>
              <a:t> Median ~0.3, mostly concentrated near zero</a:t>
            </a:r>
            <a:endParaRPr b="0" sz="1700"/>
          </a:p>
          <a:p>
            <a:pPr indent="0" lvl="0" marL="0" rtl="0" algn="l">
              <a:spcBef>
                <a:spcPts val="750"/>
              </a:spcBef>
              <a:spcAft>
                <a:spcPts val="0"/>
              </a:spcAft>
              <a:buClr>
                <a:schemeClr val="dk1"/>
              </a:buClr>
              <a:buSzPts val="1100"/>
              <a:buFont typeface="Arial"/>
              <a:buNone/>
            </a:pPr>
            <a:r>
              <a:rPr lang="en-US" sz="1700"/>
              <a:t>Disease patients:</a:t>
            </a:r>
            <a:r>
              <a:rPr b="0" lang="en-US" sz="1700"/>
              <a:t> Median ~1.5, with wider distribution up to 6.0</a:t>
            </a:r>
            <a:endParaRPr b="0" sz="1700"/>
          </a:p>
          <a:p>
            <a:pPr indent="0" lvl="0" marL="0" rtl="0" algn="l">
              <a:spcBef>
                <a:spcPts val="750"/>
              </a:spcBef>
              <a:spcAft>
                <a:spcPts val="0"/>
              </a:spcAft>
              <a:buClr>
                <a:schemeClr val="dk1"/>
              </a:buClr>
              <a:buSzPts val="1100"/>
              <a:buFont typeface="Arial"/>
              <a:buNone/>
            </a:pPr>
            <a:r>
              <a:rPr lang="en-US" sz="1700"/>
              <a:t>Clinical insight:</a:t>
            </a:r>
            <a:r>
              <a:rPr b="0" lang="en-US" sz="1700"/>
              <a:t> Greater ST segment depression during exercise indicates insufficient oxygen supply to heart muscle, a hallmark of coronary artery disease</a:t>
            </a:r>
            <a:endParaRPr b="0" sz="1700"/>
          </a:p>
          <a:p>
            <a:pPr indent="0" lvl="0" marL="0" rtl="0" algn="l">
              <a:spcBef>
                <a:spcPts val="750"/>
              </a:spcBef>
              <a:spcAft>
                <a:spcPts val="0"/>
              </a:spcAft>
              <a:buNone/>
            </a:pPr>
            <a:r>
              <a:t/>
            </a:r>
            <a:endParaRPr b="0" i="1"/>
          </a:p>
        </p:txBody>
      </p:sp>
      <p:sp>
        <p:nvSpPr>
          <p:cNvPr id="471" name="Google Shape;471;g3a3a7dbb965_0_29"/>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472" name="Google Shape;472;g3a3a7dbb965_0_29"/>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73" name="Google Shape;473;g3a3a7dbb965_0_29"/>
          <p:cNvSpPr/>
          <p:nvPr>
            <p:ph idx="4" type="pic"/>
          </p:nvPr>
        </p:nvSpPr>
        <p:spPr>
          <a:xfrm>
            <a:off x="7426520" y="4767263"/>
            <a:ext cx="995100" cy="273900"/>
          </a:xfrm>
          <a:prstGeom prst="rect">
            <a:avLst/>
          </a:prstGeom>
        </p:spPr>
      </p:sp>
      <p:sp>
        <p:nvSpPr>
          <p:cNvPr id="474" name="Google Shape;474;g3a3a7dbb965_0_29"/>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pic>
        <p:nvPicPr>
          <p:cNvPr id="475" name="Google Shape;475;g3a3a7dbb965_0_29"/>
          <p:cNvPicPr preferRelativeResize="0"/>
          <p:nvPr/>
        </p:nvPicPr>
        <p:blipFill>
          <a:blip r:embed="rId3">
            <a:alphaModFix/>
          </a:blip>
          <a:stretch>
            <a:fillRect/>
          </a:stretch>
        </p:blipFill>
        <p:spPr>
          <a:xfrm>
            <a:off x="4849825" y="1238238"/>
            <a:ext cx="4221801" cy="2598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a3a7dbb965_0_78"/>
          <p:cNvSpPr txBox="1"/>
          <p:nvPr>
            <p:ph type="title"/>
          </p:nvPr>
        </p:nvSpPr>
        <p:spPr>
          <a:xfrm>
            <a:off x="438000" y="269385"/>
            <a:ext cx="8225400" cy="6039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a:t>Appendix C: ROC Curves</a:t>
            </a:r>
            <a:endParaRPr/>
          </a:p>
          <a:p>
            <a:pPr indent="0" lvl="0" marL="0" rtl="0" algn="l">
              <a:spcBef>
                <a:spcPts val="0"/>
              </a:spcBef>
              <a:spcAft>
                <a:spcPts val="0"/>
              </a:spcAft>
              <a:buNone/>
            </a:pPr>
            <a:r>
              <a:t/>
            </a:r>
            <a:endParaRPr/>
          </a:p>
        </p:txBody>
      </p:sp>
      <p:sp>
        <p:nvSpPr>
          <p:cNvPr id="482" name="Google Shape;482;g3a3a7dbb965_0_78"/>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83" name="Google Shape;483;g3a3a7dbb965_0_78"/>
          <p:cNvSpPr/>
          <p:nvPr>
            <p:ph idx="4" type="pic"/>
          </p:nvPr>
        </p:nvSpPr>
        <p:spPr>
          <a:xfrm>
            <a:off x="7426520" y="4767263"/>
            <a:ext cx="995100" cy="273900"/>
          </a:xfrm>
          <a:prstGeom prst="rect">
            <a:avLst/>
          </a:prstGeom>
        </p:spPr>
      </p:sp>
      <p:sp>
        <p:nvSpPr>
          <p:cNvPr id="484" name="Google Shape;484;g3a3a7dbb965_0_78"/>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85" name="Google Shape;485;g3a3a7dbb965_0_78"/>
          <p:cNvPicPr preferRelativeResize="0"/>
          <p:nvPr/>
        </p:nvPicPr>
        <p:blipFill>
          <a:blip r:embed="rId3">
            <a:alphaModFix/>
          </a:blip>
          <a:stretch>
            <a:fillRect/>
          </a:stretch>
        </p:blipFill>
        <p:spPr>
          <a:xfrm>
            <a:off x="1557363" y="873275"/>
            <a:ext cx="5986674" cy="3613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a3a7dbb965_0_100"/>
          <p:cNvSpPr txBox="1"/>
          <p:nvPr>
            <p:ph type="title"/>
          </p:nvPr>
        </p:nvSpPr>
        <p:spPr>
          <a:xfrm>
            <a:off x="438002" y="614725"/>
            <a:ext cx="8225400" cy="977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Appendix D: </a:t>
            </a:r>
            <a:r>
              <a:rPr lang="en-US"/>
              <a:t>K-Selection Process</a:t>
            </a:r>
            <a:endParaRPr/>
          </a:p>
          <a:p>
            <a:pPr indent="0" lvl="0" marL="0" rtl="0" algn="l">
              <a:spcBef>
                <a:spcPts val="0"/>
              </a:spcBef>
              <a:spcAft>
                <a:spcPts val="0"/>
              </a:spcAft>
              <a:buNone/>
            </a:pPr>
            <a:r>
              <a:t/>
            </a:r>
            <a:endParaRPr/>
          </a:p>
        </p:txBody>
      </p:sp>
      <p:sp>
        <p:nvSpPr>
          <p:cNvPr id="492" name="Google Shape;492;g3a3a7dbb965_0_100"/>
          <p:cNvSpPr txBox="1"/>
          <p:nvPr>
            <p:ph idx="1" type="body"/>
          </p:nvPr>
        </p:nvSpPr>
        <p:spPr>
          <a:xfrm>
            <a:off x="444625" y="1080600"/>
            <a:ext cx="3599700" cy="2913300"/>
          </a:xfrm>
          <a:prstGeom prst="rect">
            <a:avLst/>
          </a:prstGeom>
        </p:spPr>
        <p:txBody>
          <a:bodyPr anchorCtr="0" anchor="t" bIns="45700" lIns="91425" spcFirstLastPara="1" rIns="91425" wrap="square" tIns="45700">
            <a:normAutofit lnSpcReduction="10000"/>
          </a:bodyPr>
          <a:lstStyle/>
          <a:p>
            <a:pPr indent="-330200" lvl="0" marL="457200" rtl="0" algn="l">
              <a:spcBef>
                <a:spcPts val="750"/>
              </a:spcBef>
              <a:spcAft>
                <a:spcPts val="0"/>
              </a:spcAft>
              <a:buSzPts val="1600"/>
              <a:buChar char="●"/>
            </a:pPr>
            <a:r>
              <a:rPr b="0" lang="en-US" sz="1700"/>
              <a:t>Systematically tested K from 1-29 neighbors using AUC as the selection criterion</a:t>
            </a:r>
            <a:endParaRPr b="0" sz="1700"/>
          </a:p>
          <a:p>
            <a:pPr indent="-330200" lvl="0" marL="457200" rtl="0" algn="l">
              <a:spcBef>
                <a:spcPts val="0"/>
              </a:spcBef>
              <a:spcAft>
                <a:spcPts val="0"/>
              </a:spcAft>
              <a:buSzPts val="1600"/>
              <a:buChar char="●"/>
            </a:pPr>
            <a:r>
              <a:rPr lang="en-US" sz="1700"/>
              <a:t>K=13 yielded the highest AUC score (0.844)</a:t>
            </a:r>
            <a:r>
              <a:rPr b="0" lang="en-US" sz="1700"/>
              <a:t> on test data</a:t>
            </a:r>
            <a:endParaRPr b="0" sz="1700"/>
          </a:p>
          <a:p>
            <a:pPr indent="-330200" lvl="0" marL="457200" rtl="0" algn="l">
              <a:spcBef>
                <a:spcPts val="0"/>
              </a:spcBef>
              <a:spcAft>
                <a:spcPts val="0"/>
              </a:spcAft>
              <a:buSzPts val="1600"/>
              <a:buChar char="●"/>
            </a:pPr>
            <a:r>
              <a:rPr b="0" lang="en-US" sz="1700"/>
              <a:t>This optimal K balances model complexity, avoiding both overfitting (low K) and underfitting (high K)</a:t>
            </a:r>
            <a:endParaRPr b="0" sz="1700"/>
          </a:p>
        </p:txBody>
      </p:sp>
      <p:sp>
        <p:nvSpPr>
          <p:cNvPr id="493" name="Google Shape;493;g3a3a7dbb965_0_100"/>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494" name="Google Shape;494;g3a3a7dbb965_0_100"/>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495" name="Google Shape;495;g3a3a7dbb965_0_100"/>
          <p:cNvSpPr/>
          <p:nvPr>
            <p:ph idx="4" type="pic"/>
          </p:nvPr>
        </p:nvSpPr>
        <p:spPr>
          <a:xfrm>
            <a:off x="7426520" y="4767263"/>
            <a:ext cx="995100" cy="273900"/>
          </a:xfrm>
          <a:prstGeom prst="rect">
            <a:avLst/>
          </a:prstGeom>
        </p:spPr>
      </p:sp>
      <p:sp>
        <p:nvSpPr>
          <p:cNvPr id="496" name="Google Shape;496;g3a3a7dbb965_0_100"/>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497" name="Google Shape;497;g3a3a7dbb965_0_100"/>
          <p:cNvPicPr preferRelativeResize="0"/>
          <p:nvPr/>
        </p:nvPicPr>
        <p:blipFill>
          <a:blip r:embed="rId3">
            <a:alphaModFix/>
          </a:blip>
          <a:stretch>
            <a:fillRect/>
          </a:stretch>
        </p:blipFill>
        <p:spPr>
          <a:xfrm>
            <a:off x="4481037" y="1070450"/>
            <a:ext cx="4610780" cy="2933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a3a7dbb965_0_89"/>
          <p:cNvSpPr txBox="1"/>
          <p:nvPr>
            <p:ph type="title"/>
          </p:nvPr>
        </p:nvSpPr>
        <p:spPr>
          <a:xfrm>
            <a:off x="438002" y="275700"/>
            <a:ext cx="8225400" cy="9771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a:t>Appendix E: </a:t>
            </a:r>
            <a:r>
              <a:rPr lang="en-US"/>
              <a:t>Feature Importance (Random Forest)</a:t>
            </a:r>
            <a:endParaRPr/>
          </a:p>
          <a:p>
            <a:pPr indent="0" lvl="0" marL="0" rtl="0" algn="l">
              <a:spcBef>
                <a:spcPts val="0"/>
              </a:spcBef>
              <a:spcAft>
                <a:spcPts val="0"/>
              </a:spcAft>
              <a:buNone/>
            </a:pPr>
            <a:r>
              <a:t/>
            </a:r>
            <a:endParaRPr/>
          </a:p>
        </p:txBody>
      </p:sp>
      <p:sp>
        <p:nvSpPr>
          <p:cNvPr id="504" name="Google Shape;504;g3a3a7dbb965_0_89"/>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505" name="Google Shape;505;g3a3a7dbb965_0_89"/>
          <p:cNvSpPr/>
          <p:nvPr>
            <p:ph idx="4" type="pic"/>
          </p:nvPr>
        </p:nvSpPr>
        <p:spPr>
          <a:xfrm>
            <a:off x="7426520" y="4767263"/>
            <a:ext cx="995100" cy="273900"/>
          </a:xfrm>
          <a:prstGeom prst="rect">
            <a:avLst/>
          </a:prstGeom>
        </p:spPr>
      </p:sp>
      <p:sp>
        <p:nvSpPr>
          <p:cNvPr id="506" name="Google Shape;506;g3a3a7dbb965_0_89"/>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507" name="Google Shape;507;g3a3a7dbb965_0_89"/>
          <p:cNvPicPr preferRelativeResize="0"/>
          <p:nvPr/>
        </p:nvPicPr>
        <p:blipFill>
          <a:blip r:embed="rId3">
            <a:alphaModFix/>
          </a:blip>
          <a:stretch>
            <a:fillRect/>
          </a:stretch>
        </p:blipFill>
        <p:spPr>
          <a:xfrm>
            <a:off x="1150825" y="640387"/>
            <a:ext cx="6799750" cy="3862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a3a7dbb965_0_122"/>
          <p:cNvSpPr txBox="1"/>
          <p:nvPr>
            <p:ph type="title"/>
          </p:nvPr>
        </p:nvSpPr>
        <p:spPr>
          <a:xfrm>
            <a:off x="438002" y="614725"/>
            <a:ext cx="8225400" cy="9771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a:t>Appendix E: EDA Results, ST Depression - oldpeak</a:t>
            </a:r>
            <a:endParaRPr/>
          </a:p>
          <a:p>
            <a:pPr indent="0" lvl="0" marL="0" rtl="0" algn="l">
              <a:spcBef>
                <a:spcPts val="0"/>
              </a:spcBef>
              <a:spcAft>
                <a:spcPts val="0"/>
              </a:spcAft>
              <a:buNone/>
            </a:pPr>
            <a:r>
              <a:t/>
            </a:r>
            <a:endParaRPr/>
          </a:p>
        </p:txBody>
      </p:sp>
      <p:sp>
        <p:nvSpPr>
          <p:cNvPr id="514" name="Google Shape;514;g3a3a7dbb965_0_122"/>
          <p:cNvSpPr txBox="1"/>
          <p:nvPr>
            <p:ph idx="1" type="body"/>
          </p:nvPr>
        </p:nvSpPr>
        <p:spPr>
          <a:xfrm>
            <a:off x="444625" y="1080600"/>
            <a:ext cx="4405200" cy="29133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US" sz="1700"/>
              <a:t>No disease patients:</a:t>
            </a:r>
            <a:r>
              <a:rPr b="0" lang="en-US" sz="1700"/>
              <a:t> Median ~0.3, mostly concentrated near zero</a:t>
            </a:r>
            <a:endParaRPr b="0" sz="1700"/>
          </a:p>
          <a:p>
            <a:pPr indent="0" lvl="0" marL="0" rtl="0" algn="l">
              <a:spcBef>
                <a:spcPts val="750"/>
              </a:spcBef>
              <a:spcAft>
                <a:spcPts val="0"/>
              </a:spcAft>
              <a:buNone/>
            </a:pPr>
            <a:r>
              <a:rPr lang="en-US" sz="1700"/>
              <a:t>Disease patients:</a:t>
            </a:r>
            <a:r>
              <a:rPr b="0" lang="en-US" sz="1700"/>
              <a:t> Median ~1.5, with wider distribution up to 6.0</a:t>
            </a:r>
            <a:endParaRPr b="0" sz="1700"/>
          </a:p>
          <a:p>
            <a:pPr indent="0" lvl="0" marL="0" rtl="0" algn="l">
              <a:spcBef>
                <a:spcPts val="750"/>
              </a:spcBef>
              <a:spcAft>
                <a:spcPts val="0"/>
              </a:spcAft>
              <a:buNone/>
            </a:pPr>
            <a:r>
              <a:rPr lang="en-US" sz="1700"/>
              <a:t>Clinical insight:</a:t>
            </a:r>
            <a:r>
              <a:rPr b="0" lang="en-US" sz="1700"/>
              <a:t> Greater ST segment depression during exercise indicates insufficient oxygen supply to heart muscle, a hallmark of coronary artery disease</a:t>
            </a:r>
            <a:endParaRPr b="0" sz="1700"/>
          </a:p>
          <a:p>
            <a:pPr indent="0" lvl="0" marL="0" rtl="0" algn="l">
              <a:spcBef>
                <a:spcPts val="750"/>
              </a:spcBef>
              <a:spcAft>
                <a:spcPts val="0"/>
              </a:spcAft>
              <a:buNone/>
            </a:pPr>
            <a:r>
              <a:t/>
            </a:r>
            <a:endParaRPr b="0" i="1"/>
          </a:p>
        </p:txBody>
      </p:sp>
      <p:sp>
        <p:nvSpPr>
          <p:cNvPr id="515" name="Google Shape;515;g3a3a7dbb965_0_122"/>
          <p:cNvSpPr txBox="1"/>
          <p:nvPr>
            <p:ph idx="2" type="body"/>
          </p:nvPr>
        </p:nvSpPr>
        <p:spPr>
          <a:xfrm>
            <a:off x="437990" y="4069460"/>
            <a:ext cx="5505600" cy="273900"/>
          </a:xfrm>
          <a:prstGeom prst="rect">
            <a:avLst/>
          </a:prstGeom>
        </p:spPr>
        <p:txBody>
          <a:bodyPr anchorCtr="0" anchor="t" bIns="45700" lIns="91425" spcFirstLastPara="1" rIns="91425" wrap="square" tIns="45700">
            <a:normAutofit lnSpcReduction="20000"/>
          </a:bodyPr>
          <a:lstStyle/>
          <a:p>
            <a:pPr indent="0" lvl="0" marL="0" rtl="0" algn="l">
              <a:spcBef>
                <a:spcPts val="750"/>
              </a:spcBef>
              <a:spcAft>
                <a:spcPts val="0"/>
              </a:spcAft>
              <a:buNone/>
            </a:pPr>
            <a:r>
              <a:t/>
            </a:r>
            <a:endParaRPr/>
          </a:p>
        </p:txBody>
      </p:sp>
      <p:sp>
        <p:nvSpPr>
          <p:cNvPr id="516" name="Google Shape;516;g3a3a7dbb965_0_122"/>
          <p:cNvSpPr txBox="1"/>
          <p:nvPr>
            <p:ph idx="3" type="body"/>
          </p:nvPr>
        </p:nvSpPr>
        <p:spPr>
          <a:xfrm>
            <a:off x="6186116" y="4767264"/>
            <a:ext cx="1200600" cy="273900"/>
          </a:xfrm>
          <a:prstGeom prst="rect">
            <a:avLst/>
          </a:prstGeom>
        </p:spPr>
        <p:txBody>
          <a:bodyPr anchorCtr="0" anchor="ctr" bIns="45700" lIns="91425" spcFirstLastPara="1" rIns="91425" wrap="square" tIns="45700">
            <a:normAutofit/>
          </a:bodyPr>
          <a:lstStyle/>
          <a:p>
            <a:pPr indent="0" lvl="0" marL="0" rtl="0" algn="r">
              <a:spcBef>
                <a:spcPts val="750"/>
              </a:spcBef>
              <a:spcAft>
                <a:spcPts val="0"/>
              </a:spcAft>
              <a:buNone/>
            </a:pPr>
            <a:r>
              <a:t/>
            </a:r>
            <a:endParaRPr/>
          </a:p>
        </p:txBody>
      </p:sp>
      <p:sp>
        <p:nvSpPr>
          <p:cNvPr id="517" name="Google Shape;517;g3a3a7dbb965_0_122"/>
          <p:cNvSpPr/>
          <p:nvPr>
            <p:ph idx="4" type="pic"/>
          </p:nvPr>
        </p:nvSpPr>
        <p:spPr>
          <a:xfrm>
            <a:off x="7426520" y="4767263"/>
            <a:ext cx="995100" cy="273900"/>
          </a:xfrm>
          <a:prstGeom prst="rect">
            <a:avLst/>
          </a:prstGeom>
        </p:spPr>
      </p:sp>
      <p:sp>
        <p:nvSpPr>
          <p:cNvPr id="518" name="Google Shape;518;g3a3a7dbb965_0_122"/>
          <p:cNvSpPr txBox="1"/>
          <p:nvPr>
            <p:ph idx="12" type="sldNum"/>
          </p:nvPr>
        </p:nvSpPr>
        <p:spPr>
          <a:xfrm>
            <a:off x="8565691" y="4767263"/>
            <a:ext cx="577500" cy="27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519" name="Google Shape;519;g3a3a7dbb965_0_122"/>
          <p:cNvPicPr preferRelativeResize="0"/>
          <p:nvPr/>
        </p:nvPicPr>
        <p:blipFill>
          <a:blip r:embed="rId3">
            <a:alphaModFix/>
          </a:blip>
          <a:stretch>
            <a:fillRect/>
          </a:stretch>
        </p:blipFill>
        <p:spPr>
          <a:xfrm>
            <a:off x="4849825" y="1238238"/>
            <a:ext cx="4221801" cy="2598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rk Background">
  <a:themeElements>
    <a:clrScheme name="American Heart Association">
      <a:dk1>
        <a:srgbClr val="000000"/>
      </a:dk1>
      <a:lt1>
        <a:srgbClr val="FFFFFF"/>
      </a:lt1>
      <a:dk2>
        <a:srgbClr val="2E2C2C"/>
      </a:dk2>
      <a:lt2>
        <a:srgbClr val="E8E8E8"/>
      </a:lt2>
      <a:accent1>
        <a:srgbClr val="C10E20"/>
      </a:accent1>
      <a:accent2>
        <a:srgbClr val="990000"/>
      </a:accent2>
      <a:accent3>
        <a:srgbClr val="000000"/>
      </a:accent3>
      <a:accent4>
        <a:srgbClr val="636466"/>
      </a:accent4>
      <a:accent5>
        <a:srgbClr val="E8E8E8"/>
      </a:accent5>
      <a:accent6>
        <a:srgbClr val="2E2C2C"/>
      </a:accent6>
      <a:hlink>
        <a:srgbClr val="C10E2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2020-08-20T15:39:54Z</dcterms:created>
  <dc:creator>Rachel Kutos</dc:creator>
</cp:coreProperties>
</file>